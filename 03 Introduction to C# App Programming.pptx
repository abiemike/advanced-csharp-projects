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Override1.xml" ContentType="application/vnd.openxmlformats-officedocument.themeOverride+xml"/>
  <Override PartName="/ppt/theme/themeOverride2.xml" ContentType="application/vnd.openxmlformats-officedocument.themeOverride+xml"/>
  <Override PartName="/ppt/theme/themeOverride3.xml" ContentType="application/vnd.openxmlformats-officedocument.themeOverride+xml"/>
  <Override PartName="/ppt/theme/themeOverride4.xml" ContentType="application/vnd.openxmlformats-officedocument.themeOverride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8" r:id="rId1"/>
  </p:sldMasterIdLst>
  <p:notesMasterIdLst>
    <p:notesMasterId r:id="rId104"/>
  </p:notesMasterIdLst>
  <p:sldIdLst>
    <p:sldId id="316" r:id="rId2"/>
    <p:sldId id="258" r:id="rId3"/>
    <p:sldId id="259" r:id="rId4"/>
    <p:sldId id="260" r:id="rId5"/>
    <p:sldId id="317" r:id="rId6"/>
    <p:sldId id="361" r:id="rId7"/>
    <p:sldId id="264" r:id="rId8"/>
    <p:sldId id="318" r:id="rId9"/>
    <p:sldId id="319" r:id="rId10"/>
    <p:sldId id="265" r:id="rId11"/>
    <p:sldId id="266" r:id="rId12"/>
    <p:sldId id="320" r:id="rId13"/>
    <p:sldId id="267" r:id="rId14"/>
    <p:sldId id="321" r:id="rId15"/>
    <p:sldId id="322" r:id="rId16"/>
    <p:sldId id="323" r:id="rId17"/>
    <p:sldId id="268" r:id="rId18"/>
    <p:sldId id="269" r:id="rId19"/>
    <p:sldId id="270" r:id="rId20"/>
    <p:sldId id="271" r:id="rId21"/>
    <p:sldId id="272" r:id="rId22"/>
    <p:sldId id="324" r:id="rId23"/>
    <p:sldId id="273" r:id="rId24"/>
    <p:sldId id="325" r:id="rId25"/>
    <p:sldId id="274" r:id="rId26"/>
    <p:sldId id="275" r:id="rId27"/>
    <p:sldId id="276" r:id="rId28"/>
    <p:sldId id="277" r:id="rId29"/>
    <p:sldId id="326" r:id="rId30"/>
    <p:sldId id="278" r:id="rId31"/>
    <p:sldId id="327" r:id="rId32"/>
    <p:sldId id="328" r:id="rId33"/>
    <p:sldId id="329" r:id="rId34"/>
    <p:sldId id="279" r:id="rId35"/>
    <p:sldId id="330" r:id="rId36"/>
    <p:sldId id="280" r:id="rId37"/>
    <p:sldId id="331" r:id="rId38"/>
    <p:sldId id="281" r:id="rId39"/>
    <p:sldId id="332" r:id="rId40"/>
    <p:sldId id="333" r:id="rId41"/>
    <p:sldId id="282" r:id="rId42"/>
    <p:sldId id="283" r:id="rId43"/>
    <p:sldId id="334" r:id="rId44"/>
    <p:sldId id="284" r:id="rId45"/>
    <p:sldId id="336" r:id="rId46"/>
    <p:sldId id="285" r:id="rId47"/>
    <p:sldId id="337" r:id="rId48"/>
    <p:sldId id="286" r:id="rId49"/>
    <p:sldId id="287" r:id="rId50"/>
    <p:sldId id="338" r:id="rId51"/>
    <p:sldId id="288" r:id="rId52"/>
    <p:sldId id="339" r:id="rId53"/>
    <p:sldId id="289" r:id="rId54"/>
    <p:sldId id="340" r:id="rId55"/>
    <p:sldId id="290" r:id="rId56"/>
    <p:sldId id="341" r:id="rId57"/>
    <p:sldId id="291" r:id="rId58"/>
    <p:sldId id="342" r:id="rId59"/>
    <p:sldId id="362" r:id="rId60"/>
    <p:sldId id="343" r:id="rId61"/>
    <p:sldId id="292" r:id="rId62"/>
    <p:sldId id="293" r:id="rId63"/>
    <p:sldId id="344" r:id="rId64"/>
    <p:sldId id="345" r:id="rId65"/>
    <p:sldId id="294" r:id="rId66"/>
    <p:sldId id="295" r:id="rId67"/>
    <p:sldId id="296" r:id="rId68"/>
    <p:sldId id="346" r:id="rId69"/>
    <p:sldId id="363" r:id="rId70"/>
    <p:sldId id="347" r:id="rId71"/>
    <p:sldId id="297" r:id="rId72"/>
    <p:sldId id="348" r:id="rId73"/>
    <p:sldId id="349" r:id="rId74"/>
    <p:sldId id="298" r:id="rId75"/>
    <p:sldId id="350" r:id="rId76"/>
    <p:sldId id="299" r:id="rId77"/>
    <p:sldId id="351" r:id="rId78"/>
    <p:sldId id="300" r:id="rId79"/>
    <p:sldId id="352" r:id="rId80"/>
    <p:sldId id="353" r:id="rId81"/>
    <p:sldId id="301" r:id="rId82"/>
    <p:sldId id="354" r:id="rId83"/>
    <p:sldId id="355" r:id="rId84"/>
    <p:sldId id="356" r:id="rId85"/>
    <p:sldId id="302" r:id="rId86"/>
    <p:sldId id="303" r:id="rId87"/>
    <p:sldId id="357" r:id="rId88"/>
    <p:sldId id="304" r:id="rId89"/>
    <p:sldId id="305" r:id="rId90"/>
    <p:sldId id="358" r:id="rId91"/>
    <p:sldId id="306" r:id="rId92"/>
    <p:sldId id="307" r:id="rId93"/>
    <p:sldId id="308" r:id="rId94"/>
    <p:sldId id="309" r:id="rId95"/>
    <p:sldId id="359" r:id="rId96"/>
    <p:sldId id="310" r:id="rId97"/>
    <p:sldId id="311" r:id="rId98"/>
    <p:sldId id="312" r:id="rId99"/>
    <p:sldId id="313" r:id="rId100"/>
    <p:sldId id="360" r:id="rId101"/>
    <p:sldId id="314" r:id="rId102"/>
    <p:sldId id="315" r:id="rId103"/>
  </p:sldIdLst>
  <p:sldSz cx="12192000" cy="6858000"/>
  <p:notesSz cx="6858000" cy="9144000"/>
  <p:photoAlbum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60" d="100"/>
          <a:sy n="60" d="100"/>
        </p:scale>
        <p:origin x="78" y="9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slide" Target="slides/slide83.xml"/><Relationship Id="rId89" Type="http://schemas.openxmlformats.org/officeDocument/2006/relationships/slide" Target="slides/slide88.xml"/><Relationship Id="rId16" Type="http://schemas.openxmlformats.org/officeDocument/2006/relationships/slide" Target="slides/slide15.xml"/><Relationship Id="rId107" Type="http://schemas.openxmlformats.org/officeDocument/2006/relationships/theme" Target="theme/theme1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102" Type="http://schemas.openxmlformats.org/officeDocument/2006/relationships/slide" Target="slides/slide101.xml"/><Relationship Id="rId5" Type="http://schemas.openxmlformats.org/officeDocument/2006/relationships/slide" Target="slides/slide4.xml"/><Relationship Id="rId90" Type="http://schemas.openxmlformats.org/officeDocument/2006/relationships/slide" Target="slides/slide89.xml"/><Relationship Id="rId95" Type="http://schemas.openxmlformats.org/officeDocument/2006/relationships/slide" Target="slides/slide94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59" Type="http://schemas.openxmlformats.org/officeDocument/2006/relationships/slide" Target="slides/slide58.xml"/><Relationship Id="rId103" Type="http://schemas.openxmlformats.org/officeDocument/2006/relationships/slide" Target="slides/slide102.xml"/><Relationship Id="rId108" Type="http://schemas.openxmlformats.org/officeDocument/2006/relationships/tableStyles" Target="tableStyle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slide" Target="slides/slide82.xml"/><Relationship Id="rId88" Type="http://schemas.openxmlformats.org/officeDocument/2006/relationships/slide" Target="slides/slide87.xml"/><Relationship Id="rId91" Type="http://schemas.openxmlformats.org/officeDocument/2006/relationships/slide" Target="slides/slide90.xml"/><Relationship Id="rId96" Type="http://schemas.openxmlformats.org/officeDocument/2006/relationships/slide" Target="slides/slide95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6" Type="http://schemas.openxmlformats.org/officeDocument/2006/relationships/viewProps" Target="viewProps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94" Type="http://schemas.openxmlformats.org/officeDocument/2006/relationships/slide" Target="slides/slide93.xml"/><Relationship Id="rId99" Type="http://schemas.openxmlformats.org/officeDocument/2006/relationships/slide" Target="slides/slide98.xml"/><Relationship Id="rId101" Type="http://schemas.openxmlformats.org/officeDocument/2006/relationships/slide" Target="slides/slide10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97" Type="http://schemas.openxmlformats.org/officeDocument/2006/relationships/slide" Target="slides/slide96.xml"/><Relationship Id="rId104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slide" Target="slides/slide91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slide" Target="slides/slide86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56" Type="http://schemas.openxmlformats.org/officeDocument/2006/relationships/slide" Target="slides/slide55.xml"/><Relationship Id="rId77" Type="http://schemas.openxmlformats.org/officeDocument/2006/relationships/slide" Target="slides/slide76.xml"/><Relationship Id="rId100" Type="http://schemas.openxmlformats.org/officeDocument/2006/relationships/slide" Target="slides/slide99.xml"/><Relationship Id="rId105" Type="http://schemas.openxmlformats.org/officeDocument/2006/relationships/presProps" Target="pres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93" Type="http://schemas.openxmlformats.org/officeDocument/2006/relationships/slide" Target="slides/slide92.xml"/><Relationship Id="rId98" Type="http://schemas.openxmlformats.org/officeDocument/2006/relationships/slide" Target="slides/slide97.xml"/><Relationship Id="rId3" Type="http://schemas.openxmlformats.org/officeDocument/2006/relationships/slide" Target="slides/slide2.xml"/><Relationship Id="rId25" Type="http://schemas.openxmlformats.org/officeDocument/2006/relationships/slide" Target="slides/slide24.xml"/><Relationship Id="rId46" Type="http://schemas.openxmlformats.org/officeDocument/2006/relationships/slide" Target="slides/slide45.xml"/><Relationship Id="rId67" Type="http://schemas.openxmlformats.org/officeDocument/2006/relationships/slide" Target="slides/slide66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06490E-5BE2-4D8F-8121-E2BBB30ACA0E}" type="datetimeFigureOut">
              <a:rPr lang="en-US" smtClean="0"/>
              <a:t>1/24/2017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F03E1B0-969A-454F-B418-02E134E26C6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950528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4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8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9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0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2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3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5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7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2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3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4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7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0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5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7376B6E-7392-4AAB-B74D-020DDD275D8F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516822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810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19811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 smtClean="0"/>
          </a:p>
        </p:txBody>
      </p:sp>
      <p:sp>
        <p:nvSpPr>
          <p:cNvPr id="119812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1863" eaLnBrk="0" hangingPunct="0"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1pPr>
            <a:lvl2pPr marL="742950" indent="-285750" defTabSz="931863" eaLnBrk="0" hangingPunct="0"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2pPr>
            <a:lvl3pPr marL="1143000" indent="-228600" defTabSz="931863" eaLnBrk="0" hangingPunct="0"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3pPr>
            <a:lvl4pPr marL="1600200" indent="-228600" defTabSz="931863" eaLnBrk="0" hangingPunct="0"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4pPr>
            <a:lvl5pPr marL="2057400" indent="-228600" defTabSz="931863" eaLnBrk="0" hangingPunct="0"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5pPr>
            <a:lvl6pPr marL="2514600" indent="-228600" defTabSz="931863" eaLnBrk="0" fontAlgn="base" hangingPunct="0">
              <a:spcBef>
                <a:spcPct val="0"/>
              </a:spcBef>
              <a:spcAft>
                <a:spcPct val="25000"/>
              </a:spcAft>
              <a:buClr>
                <a:schemeClr val="tx1"/>
              </a:buClr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6pPr>
            <a:lvl7pPr marL="2971800" indent="-228600" defTabSz="931863" eaLnBrk="0" fontAlgn="base" hangingPunct="0">
              <a:spcBef>
                <a:spcPct val="0"/>
              </a:spcBef>
              <a:spcAft>
                <a:spcPct val="25000"/>
              </a:spcAft>
              <a:buClr>
                <a:schemeClr val="tx1"/>
              </a:buClr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7pPr>
            <a:lvl8pPr marL="3429000" indent="-228600" defTabSz="931863" eaLnBrk="0" fontAlgn="base" hangingPunct="0">
              <a:spcBef>
                <a:spcPct val="0"/>
              </a:spcBef>
              <a:spcAft>
                <a:spcPct val="25000"/>
              </a:spcAft>
              <a:buClr>
                <a:schemeClr val="tx1"/>
              </a:buClr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8pPr>
            <a:lvl9pPr marL="3886200" indent="-228600" defTabSz="931863" eaLnBrk="0" fontAlgn="base" hangingPunct="0">
              <a:spcBef>
                <a:spcPct val="0"/>
              </a:spcBef>
              <a:spcAft>
                <a:spcPct val="25000"/>
              </a:spcAft>
              <a:buClr>
                <a:schemeClr val="tx1"/>
              </a:buClr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9pPr>
          </a:lstStyle>
          <a:p>
            <a:pPr eaLnBrk="1" hangingPunct="1"/>
            <a:fld id="{1432461F-330A-4CD9-8505-3462F8877BE2}" type="slidenum">
              <a:rPr lang="en-US" altLang="en-US" sz="1200">
                <a:solidFill>
                  <a:schemeClr val="tx1"/>
                </a:solidFill>
                <a:latin typeface="Calibri" panose="020F0502020204030204" pitchFamily="34" charset="0"/>
              </a:rPr>
              <a:pPr eaLnBrk="1" hangingPunct="1"/>
              <a:t>5</a:t>
            </a:fld>
            <a:endParaRPr lang="en-US" altLang="en-US" sz="1200" dirty="0">
              <a:solidFill>
                <a:schemeClr val="tx1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0260659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810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19811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 smtClean="0"/>
          </a:p>
        </p:txBody>
      </p:sp>
      <p:sp>
        <p:nvSpPr>
          <p:cNvPr id="119812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1863" eaLnBrk="0" hangingPunct="0"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1pPr>
            <a:lvl2pPr marL="742950" indent="-285750" defTabSz="931863" eaLnBrk="0" hangingPunct="0"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2pPr>
            <a:lvl3pPr marL="1143000" indent="-228600" defTabSz="931863" eaLnBrk="0" hangingPunct="0"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3pPr>
            <a:lvl4pPr marL="1600200" indent="-228600" defTabSz="931863" eaLnBrk="0" hangingPunct="0"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4pPr>
            <a:lvl5pPr marL="2057400" indent="-228600" defTabSz="931863" eaLnBrk="0" hangingPunct="0"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5pPr>
            <a:lvl6pPr marL="2514600" indent="-228600" defTabSz="931863" eaLnBrk="0" fontAlgn="base" hangingPunct="0">
              <a:spcBef>
                <a:spcPct val="0"/>
              </a:spcBef>
              <a:spcAft>
                <a:spcPct val="25000"/>
              </a:spcAft>
              <a:buClr>
                <a:schemeClr val="tx1"/>
              </a:buClr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6pPr>
            <a:lvl7pPr marL="2971800" indent="-228600" defTabSz="931863" eaLnBrk="0" fontAlgn="base" hangingPunct="0">
              <a:spcBef>
                <a:spcPct val="0"/>
              </a:spcBef>
              <a:spcAft>
                <a:spcPct val="25000"/>
              </a:spcAft>
              <a:buClr>
                <a:schemeClr val="tx1"/>
              </a:buClr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7pPr>
            <a:lvl8pPr marL="3429000" indent="-228600" defTabSz="931863" eaLnBrk="0" fontAlgn="base" hangingPunct="0">
              <a:spcBef>
                <a:spcPct val="0"/>
              </a:spcBef>
              <a:spcAft>
                <a:spcPct val="25000"/>
              </a:spcAft>
              <a:buClr>
                <a:schemeClr val="tx1"/>
              </a:buClr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8pPr>
            <a:lvl9pPr marL="3886200" indent="-228600" defTabSz="931863" eaLnBrk="0" fontAlgn="base" hangingPunct="0">
              <a:spcBef>
                <a:spcPct val="0"/>
              </a:spcBef>
              <a:spcAft>
                <a:spcPct val="25000"/>
              </a:spcAft>
              <a:buClr>
                <a:schemeClr val="tx1"/>
              </a:buClr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9pPr>
          </a:lstStyle>
          <a:p>
            <a:pPr eaLnBrk="1" hangingPunct="1"/>
            <a:fld id="{1432461F-330A-4CD9-8505-3462F8877BE2}" type="slidenum">
              <a:rPr lang="en-US" altLang="en-US" sz="1200">
                <a:solidFill>
                  <a:schemeClr val="tx1"/>
                </a:solidFill>
                <a:latin typeface="Calibri" panose="020F0502020204030204" pitchFamily="34" charset="0"/>
              </a:rPr>
              <a:pPr eaLnBrk="1" hangingPunct="1"/>
              <a:t>6</a:t>
            </a:fld>
            <a:endParaRPr lang="en-US" altLang="en-US" sz="1200" dirty="0">
              <a:solidFill>
                <a:schemeClr val="tx1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1862313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834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20835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 smtClean="0"/>
          </a:p>
        </p:txBody>
      </p:sp>
      <p:sp>
        <p:nvSpPr>
          <p:cNvPr id="120836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1863" eaLnBrk="0" hangingPunct="0"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1pPr>
            <a:lvl2pPr marL="742950" indent="-285750" defTabSz="931863" eaLnBrk="0" hangingPunct="0"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2pPr>
            <a:lvl3pPr marL="1143000" indent="-228600" defTabSz="931863" eaLnBrk="0" hangingPunct="0"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3pPr>
            <a:lvl4pPr marL="1600200" indent="-228600" defTabSz="931863" eaLnBrk="0" hangingPunct="0"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4pPr>
            <a:lvl5pPr marL="2057400" indent="-228600" defTabSz="931863" eaLnBrk="0" hangingPunct="0"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5pPr>
            <a:lvl6pPr marL="2514600" indent="-228600" defTabSz="931863" eaLnBrk="0" fontAlgn="base" hangingPunct="0">
              <a:spcBef>
                <a:spcPct val="0"/>
              </a:spcBef>
              <a:spcAft>
                <a:spcPct val="25000"/>
              </a:spcAft>
              <a:buClr>
                <a:schemeClr val="tx1"/>
              </a:buClr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6pPr>
            <a:lvl7pPr marL="2971800" indent="-228600" defTabSz="931863" eaLnBrk="0" fontAlgn="base" hangingPunct="0">
              <a:spcBef>
                <a:spcPct val="0"/>
              </a:spcBef>
              <a:spcAft>
                <a:spcPct val="25000"/>
              </a:spcAft>
              <a:buClr>
                <a:schemeClr val="tx1"/>
              </a:buClr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7pPr>
            <a:lvl8pPr marL="3429000" indent="-228600" defTabSz="931863" eaLnBrk="0" fontAlgn="base" hangingPunct="0">
              <a:spcBef>
                <a:spcPct val="0"/>
              </a:spcBef>
              <a:spcAft>
                <a:spcPct val="25000"/>
              </a:spcAft>
              <a:buClr>
                <a:schemeClr val="tx1"/>
              </a:buClr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8pPr>
            <a:lvl9pPr marL="3886200" indent="-228600" defTabSz="931863" eaLnBrk="0" fontAlgn="base" hangingPunct="0">
              <a:spcBef>
                <a:spcPct val="0"/>
              </a:spcBef>
              <a:spcAft>
                <a:spcPct val="25000"/>
              </a:spcAft>
              <a:buClr>
                <a:schemeClr val="tx1"/>
              </a:buClr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9pPr>
          </a:lstStyle>
          <a:p>
            <a:pPr eaLnBrk="1" hangingPunct="1"/>
            <a:fld id="{2D1F3DD7-7D11-42BC-B798-CA5627EE1A55}" type="slidenum">
              <a:rPr lang="en-US" altLang="en-US" sz="1200">
                <a:solidFill>
                  <a:schemeClr val="tx1"/>
                </a:solidFill>
                <a:latin typeface="Calibri" panose="020F0502020204030204" pitchFamily="34" charset="0"/>
              </a:rPr>
              <a:pPr eaLnBrk="1" hangingPunct="1"/>
              <a:t>8</a:t>
            </a:fld>
            <a:endParaRPr lang="en-US" altLang="en-US" sz="1200" dirty="0">
              <a:solidFill>
                <a:schemeClr val="tx1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6813264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858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21859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 smtClean="0"/>
          </a:p>
        </p:txBody>
      </p:sp>
      <p:sp>
        <p:nvSpPr>
          <p:cNvPr id="121860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1863" eaLnBrk="0" hangingPunct="0"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1pPr>
            <a:lvl2pPr marL="742950" indent="-285750" defTabSz="931863" eaLnBrk="0" hangingPunct="0"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2pPr>
            <a:lvl3pPr marL="1143000" indent="-228600" defTabSz="931863" eaLnBrk="0" hangingPunct="0"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3pPr>
            <a:lvl4pPr marL="1600200" indent="-228600" defTabSz="931863" eaLnBrk="0" hangingPunct="0"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4pPr>
            <a:lvl5pPr marL="2057400" indent="-228600" defTabSz="931863" eaLnBrk="0" hangingPunct="0"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5pPr>
            <a:lvl6pPr marL="2514600" indent="-228600" defTabSz="931863" eaLnBrk="0" fontAlgn="base" hangingPunct="0">
              <a:spcBef>
                <a:spcPct val="0"/>
              </a:spcBef>
              <a:spcAft>
                <a:spcPct val="25000"/>
              </a:spcAft>
              <a:buClr>
                <a:schemeClr val="tx1"/>
              </a:buClr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6pPr>
            <a:lvl7pPr marL="2971800" indent="-228600" defTabSz="931863" eaLnBrk="0" fontAlgn="base" hangingPunct="0">
              <a:spcBef>
                <a:spcPct val="0"/>
              </a:spcBef>
              <a:spcAft>
                <a:spcPct val="25000"/>
              </a:spcAft>
              <a:buClr>
                <a:schemeClr val="tx1"/>
              </a:buClr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7pPr>
            <a:lvl8pPr marL="3429000" indent="-228600" defTabSz="931863" eaLnBrk="0" fontAlgn="base" hangingPunct="0">
              <a:spcBef>
                <a:spcPct val="0"/>
              </a:spcBef>
              <a:spcAft>
                <a:spcPct val="25000"/>
              </a:spcAft>
              <a:buClr>
                <a:schemeClr val="tx1"/>
              </a:buClr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8pPr>
            <a:lvl9pPr marL="3886200" indent="-228600" defTabSz="931863" eaLnBrk="0" fontAlgn="base" hangingPunct="0">
              <a:spcBef>
                <a:spcPct val="0"/>
              </a:spcBef>
              <a:spcAft>
                <a:spcPct val="25000"/>
              </a:spcAft>
              <a:buClr>
                <a:schemeClr val="tx1"/>
              </a:buClr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9pPr>
          </a:lstStyle>
          <a:p>
            <a:pPr eaLnBrk="1" hangingPunct="1"/>
            <a:fld id="{C68EB32F-DA4A-4D2D-86F0-514B1591C919}" type="slidenum">
              <a:rPr lang="en-US" altLang="en-US" sz="1200">
                <a:solidFill>
                  <a:schemeClr val="tx1"/>
                </a:solidFill>
                <a:latin typeface="Calibri" panose="020F0502020204030204" pitchFamily="34" charset="0"/>
              </a:rPr>
              <a:pPr eaLnBrk="1" hangingPunct="1"/>
              <a:t>9</a:t>
            </a:fld>
            <a:endParaRPr lang="en-US" altLang="en-US" sz="1200" dirty="0">
              <a:solidFill>
                <a:schemeClr val="tx1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7004693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882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22883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 smtClean="0"/>
          </a:p>
        </p:txBody>
      </p:sp>
      <p:sp>
        <p:nvSpPr>
          <p:cNvPr id="122884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1863" eaLnBrk="0" hangingPunct="0"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1pPr>
            <a:lvl2pPr marL="742950" indent="-285750" defTabSz="931863" eaLnBrk="0" hangingPunct="0"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2pPr>
            <a:lvl3pPr marL="1143000" indent="-228600" defTabSz="931863" eaLnBrk="0" hangingPunct="0"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3pPr>
            <a:lvl4pPr marL="1600200" indent="-228600" defTabSz="931863" eaLnBrk="0" hangingPunct="0"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4pPr>
            <a:lvl5pPr marL="2057400" indent="-228600" defTabSz="931863" eaLnBrk="0" hangingPunct="0"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5pPr>
            <a:lvl6pPr marL="2514600" indent="-228600" defTabSz="931863" eaLnBrk="0" fontAlgn="base" hangingPunct="0">
              <a:spcBef>
                <a:spcPct val="0"/>
              </a:spcBef>
              <a:spcAft>
                <a:spcPct val="25000"/>
              </a:spcAft>
              <a:buClr>
                <a:schemeClr val="tx1"/>
              </a:buClr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6pPr>
            <a:lvl7pPr marL="2971800" indent="-228600" defTabSz="931863" eaLnBrk="0" fontAlgn="base" hangingPunct="0">
              <a:spcBef>
                <a:spcPct val="0"/>
              </a:spcBef>
              <a:spcAft>
                <a:spcPct val="25000"/>
              </a:spcAft>
              <a:buClr>
                <a:schemeClr val="tx1"/>
              </a:buClr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7pPr>
            <a:lvl8pPr marL="3429000" indent="-228600" defTabSz="931863" eaLnBrk="0" fontAlgn="base" hangingPunct="0">
              <a:spcBef>
                <a:spcPct val="0"/>
              </a:spcBef>
              <a:spcAft>
                <a:spcPct val="25000"/>
              </a:spcAft>
              <a:buClr>
                <a:schemeClr val="tx1"/>
              </a:buClr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8pPr>
            <a:lvl9pPr marL="3886200" indent="-228600" defTabSz="931863" eaLnBrk="0" fontAlgn="base" hangingPunct="0">
              <a:spcBef>
                <a:spcPct val="0"/>
              </a:spcBef>
              <a:spcAft>
                <a:spcPct val="25000"/>
              </a:spcAft>
              <a:buClr>
                <a:schemeClr val="tx1"/>
              </a:buClr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9pPr>
          </a:lstStyle>
          <a:p>
            <a:pPr eaLnBrk="1" hangingPunct="1"/>
            <a:fld id="{E07411AF-DBAC-4E25-AF8C-0C703DECE8E7}" type="slidenum">
              <a:rPr lang="en-US" altLang="en-US" sz="1200">
                <a:solidFill>
                  <a:schemeClr val="tx1"/>
                </a:solidFill>
                <a:latin typeface="Calibri" panose="020F0502020204030204" pitchFamily="34" charset="0"/>
              </a:rPr>
              <a:pPr eaLnBrk="1" hangingPunct="1"/>
              <a:t>12</a:t>
            </a:fld>
            <a:endParaRPr lang="en-US" altLang="en-US" sz="1200" dirty="0">
              <a:solidFill>
                <a:schemeClr val="tx1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9411608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906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23907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 smtClean="0"/>
          </a:p>
        </p:txBody>
      </p:sp>
      <p:sp>
        <p:nvSpPr>
          <p:cNvPr id="123908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1863" eaLnBrk="0" hangingPunct="0"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1pPr>
            <a:lvl2pPr marL="742950" indent="-285750" defTabSz="931863" eaLnBrk="0" hangingPunct="0"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2pPr>
            <a:lvl3pPr marL="1143000" indent="-228600" defTabSz="931863" eaLnBrk="0" hangingPunct="0"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3pPr>
            <a:lvl4pPr marL="1600200" indent="-228600" defTabSz="931863" eaLnBrk="0" hangingPunct="0"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4pPr>
            <a:lvl5pPr marL="2057400" indent="-228600" defTabSz="931863" eaLnBrk="0" hangingPunct="0"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5pPr>
            <a:lvl6pPr marL="2514600" indent="-228600" defTabSz="931863" eaLnBrk="0" fontAlgn="base" hangingPunct="0">
              <a:spcBef>
                <a:spcPct val="0"/>
              </a:spcBef>
              <a:spcAft>
                <a:spcPct val="25000"/>
              </a:spcAft>
              <a:buClr>
                <a:schemeClr val="tx1"/>
              </a:buClr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6pPr>
            <a:lvl7pPr marL="2971800" indent="-228600" defTabSz="931863" eaLnBrk="0" fontAlgn="base" hangingPunct="0">
              <a:spcBef>
                <a:spcPct val="0"/>
              </a:spcBef>
              <a:spcAft>
                <a:spcPct val="25000"/>
              </a:spcAft>
              <a:buClr>
                <a:schemeClr val="tx1"/>
              </a:buClr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7pPr>
            <a:lvl8pPr marL="3429000" indent="-228600" defTabSz="931863" eaLnBrk="0" fontAlgn="base" hangingPunct="0">
              <a:spcBef>
                <a:spcPct val="0"/>
              </a:spcBef>
              <a:spcAft>
                <a:spcPct val="25000"/>
              </a:spcAft>
              <a:buClr>
                <a:schemeClr val="tx1"/>
              </a:buClr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8pPr>
            <a:lvl9pPr marL="3886200" indent="-228600" defTabSz="931863" eaLnBrk="0" fontAlgn="base" hangingPunct="0">
              <a:spcBef>
                <a:spcPct val="0"/>
              </a:spcBef>
              <a:spcAft>
                <a:spcPct val="25000"/>
              </a:spcAft>
              <a:buClr>
                <a:schemeClr val="tx1"/>
              </a:buClr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9pPr>
          </a:lstStyle>
          <a:p>
            <a:pPr eaLnBrk="1" hangingPunct="1"/>
            <a:fld id="{D9B04133-7B03-4295-9DBA-BF13277E3370}" type="slidenum">
              <a:rPr lang="en-US" altLang="en-US" sz="1200">
                <a:solidFill>
                  <a:schemeClr val="tx1"/>
                </a:solidFill>
                <a:latin typeface="Calibri" panose="020F0502020204030204" pitchFamily="34" charset="0"/>
              </a:rPr>
              <a:pPr eaLnBrk="1" hangingPunct="1"/>
              <a:t>14</a:t>
            </a:fld>
            <a:endParaRPr lang="en-US" altLang="en-US" sz="1200" dirty="0">
              <a:solidFill>
                <a:schemeClr val="tx1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3368021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930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24931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 smtClean="0"/>
          </a:p>
        </p:txBody>
      </p:sp>
      <p:sp>
        <p:nvSpPr>
          <p:cNvPr id="124932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1863" eaLnBrk="0" hangingPunct="0"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1pPr>
            <a:lvl2pPr marL="742950" indent="-285750" defTabSz="931863" eaLnBrk="0" hangingPunct="0"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2pPr>
            <a:lvl3pPr marL="1143000" indent="-228600" defTabSz="931863" eaLnBrk="0" hangingPunct="0"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3pPr>
            <a:lvl4pPr marL="1600200" indent="-228600" defTabSz="931863" eaLnBrk="0" hangingPunct="0"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4pPr>
            <a:lvl5pPr marL="2057400" indent="-228600" defTabSz="931863" eaLnBrk="0" hangingPunct="0"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5pPr>
            <a:lvl6pPr marL="2514600" indent="-228600" defTabSz="931863" eaLnBrk="0" fontAlgn="base" hangingPunct="0">
              <a:spcBef>
                <a:spcPct val="0"/>
              </a:spcBef>
              <a:spcAft>
                <a:spcPct val="25000"/>
              </a:spcAft>
              <a:buClr>
                <a:schemeClr val="tx1"/>
              </a:buClr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6pPr>
            <a:lvl7pPr marL="2971800" indent="-228600" defTabSz="931863" eaLnBrk="0" fontAlgn="base" hangingPunct="0">
              <a:spcBef>
                <a:spcPct val="0"/>
              </a:spcBef>
              <a:spcAft>
                <a:spcPct val="25000"/>
              </a:spcAft>
              <a:buClr>
                <a:schemeClr val="tx1"/>
              </a:buClr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7pPr>
            <a:lvl8pPr marL="3429000" indent="-228600" defTabSz="931863" eaLnBrk="0" fontAlgn="base" hangingPunct="0">
              <a:spcBef>
                <a:spcPct val="0"/>
              </a:spcBef>
              <a:spcAft>
                <a:spcPct val="25000"/>
              </a:spcAft>
              <a:buClr>
                <a:schemeClr val="tx1"/>
              </a:buClr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8pPr>
            <a:lvl9pPr marL="3886200" indent="-228600" defTabSz="931863" eaLnBrk="0" fontAlgn="base" hangingPunct="0">
              <a:spcBef>
                <a:spcPct val="0"/>
              </a:spcBef>
              <a:spcAft>
                <a:spcPct val="25000"/>
              </a:spcAft>
              <a:buClr>
                <a:schemeClr val="tx1"/>
              </a:buClr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9pPr>
          </a:lstStyle>
          <a:p>
            <a:pPr eaLnBrk="1" hangingPunct="1"/>
            <a:fld id="{49AAB8A3-123D-4C58-B818-7797663896F6}" type="slidenum">
              <a:rPr lang="en-US" altLang="en-US" sz="1200">
                <a:solidFill>
                  <a:schemeClr val="tx1"/>
                </a:solidFill>
                <a:latin typeface="Calibri" panose="020F0502020204030204" pitchFamily="34" charset="0"/>
              </a:rPr>
              <a:pPr eaLnBrk="1" hangingPunct="1"/>
              <a:t>15</a:t>
            </a:fld>
            <a:endParaRPr lang="en-US" altLang="en-US" sz="1200" dirty="0">
              <a:solidFill>
                <a:schemeClr val="tx1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5535560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954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25955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 smtClean="0"/>
          </a:p>
        </p:txBody>
      </p:sp>
      <p:sp>
        <p:nvSpPr>
          <p:cNvPr id="125956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1863" eaLnBrk="0" hangingPunct="0"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1pPr>
            <a:lvl2pPr marL="742950" indent="-285750" defTabSz="931863" eaLnBrk="0" hangingPunct="0"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2pPr>
            <a:lvl3pPr marL="1143000" indent="-228600" defTabSz="931863" eaLnBrk="0" hangingPunct="0"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3pPr>
            <a:lvl4pPr marL="1600200" indent="-228600" defTabSz="931863" eaLnBrk="0" hangingPunct="0"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4pPr>
            <a:lvl5pPr marL="2057400" indent="-228600" defTabSz="931863" eaLnBrk="0" hangingPunct="0"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5pPr>
            <a:lvl6pPr marL="2514600" indent="-228600" defTabSz="931863" eaLnBrk="0" fontAlgn="base" hangingPunct="0">
              <a:spcBef>
                <a:spcPct val="0"/>
              </a:spcBef>
              <a:spcAft>
                <a:spcPct val="25000"/>
              </a:spcAft>
              <a:buClr>
                <a:schemeClr val="tx1"/>
              </a:buClr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6pPr>
            <a:lvl7pPr marL="2971800" indent="-228600" defTabSz="931863" eaLnBrk="0" fontAlgn="base" hangingPunct="0">
              <a:spcBef>
                <a:spcPct val="0"/>
              </a:spcBef>
              <a:spcAft>
                <a:spcPct val="25000"/>
              </a:spcAft>
              <a:buClr>
                <a:schemeClr val="tx1"/>
              </a:buClr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7pPr>
            <a:lvl8pPr marL="3429000" indent="-228600" defTabSz="931863" eaLnBrk="0" fontAlgn="base" hangingPunct="0">
              <a:spcBef>
                <a:spcPct val="0"/>
              </a:spcBef>
              <a:spcAft>
                <a:spcPct val="25000"/>
              </a:spcAft>
              <a:buClr>
                <a:schemeClr val="tx1"/>
              </a:buClr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8pPr>
            <a:lvl9pPr marL="3886200" indent="-228600" defTabSz="931863" eaLnBrk="0" fontAlgn="base" hangingPunct="0">
              <a:spcBef>
                <a:spcPct val="0"/>
              </a:spcBef>
              <a:spcAft>
                <a:spcPct val="25000"/>
              </a:spcAft>
              <a:buClr>
                <a:schemeClr val="tx1"/>
              </a:buClr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9pPr>
          </a:lstStyle>
          <a:p>
            <a:pPr eaLnBrk="1" hangingPunct="1"/>
            <a:fld id="{5588DCE9-C7B9-490B-96F2-DCF2BA6CDD3C}" type="slidenum">
              <a:rPr lang="en-US" altLang="en-US" sz="1200">
                <a:solidFill>
                  <a:schemeClr val="tx1"/>
                </a:solidFill>
                <a:latin typeface="Calibri" panose="020F0502020204030204" pitchFamily="34" charset="0"/>
              </a:rPr>
              <a:pPr eaLnBrk="1" hangingPunct="1"/>
              <a:t>16</a:t>
            </a:fld>
            <a:endParaRPr lang="en-US" altLang="en-US" sz="1200" dirty="0">
              <a:solidFill>
                <a:schemeClr val="tx1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736029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978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26979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 smtClean="0"/>
          </a:p>
        </p:txBody>
      </p:sp>
      <p:sp>
        <p:nvSpPr>
          <p:cNvPr id="126980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1863" eaLnBrk="0" hangingPunct="0"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1pPr>
            <a:lvl2pPr marL="742950" indent="-285750" defTabSz="931863" eaLnBrk="0" hangingPunct="0"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2pPr>
            <a:lvl3pPr marL="1143000" indent="-228600" defTabSz="931863" eaLnBrk="0" hangingPunct="0"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3pPr>
            <a:lvl4pPr marL="1600200" indent="-228600" defTabSz="931863" eaLnBrk="0" hangingPunct="0"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4pPr>
            <a:lvl5pPr marL="2057400" indent="-228600" defTabSz="931863" eaLnBrk="0" hangingPunct="0"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5pPr>
            <a:lvl6pPr marL="2514600" indent="-228600" defTabSz="931863" eaLnBrk="0" fontAlgn="base" hangingPunct="0">
              <a:spcBef>
                <a:spcPct val="0"/>
              </a:spcBef>
              <a:spcAft>
                <a:spcPct val="25000"/>
              </a:spcAft>
              <a:buClr>
                <a:schemeClr val="tx1"/>
              </a:buClr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6pPr>
            <a:lvl7pPr marL="2971800" indent="-228600" defTabSz="931863" eaLnBrk="0" fontAlgn="base" hangingPunct="0">
              <a:spcBef>
                <a:spcPct val="0"/>
              </a:spcBef>
              <a:spcAft>
                <a:spcPct val="25000"/>
              </a:spcAft>
              <a:buClr>
                <a:schemeClr val="tx1"/>
              </a:buClr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7pPr>
            <a:lvl8pPr marL="3429000" indent="-228600" defTabSz="931863" eaLnBrk="0" fontAlgn="base" hangingPunct="0">
              <a:spcBef>
                <a:spcPct val="0"/>
              </a:spcBef>
              <a:spcAft>
                <a:spcPct val="25000"/>
              </a:spcAft>
              <a:buClr>
                <a:schemeClr val="tx1"/>
              </a:buClr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8pPr>
            <a:lvl9pPr marL="3886200" indent="-228600" defTabSz="931863" eaLnBrk="0" fontAlgn="base" hangingPunct="0">
              <a:spcBef>
                <a:spcPct val="0"/>
              </a:spcBef>
              <a:spcAft>
                <a:spcPct val="25000"/>
              </a:spcAft>
              <a:buClr>
                <a:schemeClr val="tx1"/>
              </a:buClr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9pPr>
          </a:lstStyle>
          <a:p>
            <a:pPr eaLnBrk="1" hangingPunct="1"/>
            <a:fld id="{267E9343-35AA-4784-98EB-2E42960F477C}" type="slidenum">
              <a:rPr lang="en-US" altLang="en-US" sz="1200">
                <a:solidFill>
                  <a:schemeClr val="tx1"/>
                </a:solidFill>
                <a:latin typeface="Calibri" panose="020F0502020204030204" pitchFamily="34" charset="0"/>
              </a:rPr>
              <a:pPr eaLnBrk="1" hangingPunct="1"/>
              <a:t>22</a:t>
            </a:fld>
            <a:endParaRPr lang="en-US" altLang="en-US" sz="1200" dirty="0">
              <a:solidFill>
                <a:schemeClr val="tx1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8891111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002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28003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 smtClean="0"/>
          </a:p>
        </p:txBody>
      </p:sp>
      <p:sp>
        <p:nvSpPr>
          <p:cNvPr id="128004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1863" eaLnBrk="0" hangingPunct="0"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1pPr>
            <a:lvl2pPr marL="742950" indent="-285750" defTabSz="931863" eaLnBrk="0" hangingPunct="0"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2pPr>
            <a:lvl3pPr marL="1143000" indent="-228600" defTabSz="931863" eaLnBrk="0" hangingPunct="0"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3pPr>
            <a:lvl4pPr marL="1600200" indent="-228600" defTabSz="931863" eaLnBrk="0" hangingPunct="0"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4pPr>
            <a:lvl5pPr marL="2057400" indent="-228600" defTabSz="931863" eaLnBrk="0" hangingPunct="0"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5pPr>
            <a:lvl6pPr marL="2514600" indent="-228600" defTabSz="931863" eaLnBrk="0" fontAlgn="base" hangingPunct="0">
              <a:spcBef>
                <a:spcPct val="0"/>
              </a:spcBef>
              <a:spcAft>
                <a:spcPct val="25000"/>
              </a:spcAft>
              <a:buClr>
                <a:schemeClr val="tx1"/>
              </a:buClr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6pPr>
            <a:lvl7pPr marL="2971800" indent="-228600" defTabSz="931863" eaLnBrk="0" fontAlgn="base" hangingPunct="0">
              <a:spcBef>
                <a:spcPct val="0"/>
              </a:spcBef>
              <a:spcAft>
                <a:spcPct val="25000"/>
              </a:spcAft>
              <a:buClr>
                <a:schemeClr val="tx1"/>
              </a:buClr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7pPr>
            <a:lvl8pPr marL="3429000" indent="-228600" defTabSz="931863" eaLnBrk="0" fontAlgn="base" hangingPunct="0">
              <a:spcBef>
                <a:spcPct val="0"/>
              </a:spcBef>
              <a:spcAft>
                <a:spcPct val="25000"/>
              </a:spcAft>
              <a:buClr>
                <a:schemeClr val="tx1"/>
              </a:buClr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8pPr>
            <a:lvl9pPr marL="3886200" indent="-228600" defTabSz="931863" eaLnBrk="0" fontAlgn="base" hangingPunct="0">
              <a:spcBef>
                <a:spcPct val="0"/>
              </a:spcBef>
              <a:spcAft>
                <a:spcPct val="25000"/>
              </a:spcAft>
              <a:buClr>
                <a:schemeClr val="tx1"/>
              </a:buClr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9pPr>
          </a:lstStyle>
          <a:p>
            <a:pPr eaLnBrk="1" hangingPunct="1"/>
            <a:fld id="{9BB1135D-0603-4C11-A9FC-92645A867A39}" type="slidenum">
              <a:rPr lang="en-US" altLang="en-US" sz="1200">
                <a:solidFill>
                  <a:schemeClr val="tx1"/>
                </a:solidFill>
                <a:latin typeface="Calibri" panose="020F0502020204030204" pitchFamily="34" charset="0"/>
              </a:rPr>
              <a:pPr eaLnBrk="1" hangingPunct="1"/>
              <a:t>24</a:t>
            </a:fld>
            <a:endParaRPr lang="en-US" altLang="en-US" sz="1200" dirty="0">
              <a:solidFill>
                <a:schemeClr val="tx1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0088296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026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29027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 smtClean="0"/>
          </a:p>
        </p:txBody>
      </p:sp>
      <p:sp>
        <p:nvSpPr>
          <p:cNvPr id="129028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1863" eaLnBrk="0" hangingPunct="0"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1pPr>
            <a:lvl2pPr marL="742950" indent="-285750" defTabSz="931863" eaLnBrk="0" hangingPunct="0"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2pPr>
            <a:lvl3pPr marL="1143000" indent="-228600" defTabSz="931863" eaLnBrk="0" hangingPunct="0"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3pPr>
            <a:lvl4pPr marL="1600200" indent="-228600" defTabSz="931863" eaLnBrk="0" hangingPunct="0"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4pPr>
            <a:lvl5pPr marL="2057400" indent="-228600" defTabSz="931863" eaLnBrk="0" hangingPunct="0"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5pPr>
            <a:lvl6pPr marL="2514600" indent="-228600" defTabSz="931863" eaLnBrk="0" fontAlgn="base" hangingPunct="0">
              <a:spcBef>
                <a:spcPct val="0"/>
              </a:spcBef>
              <a:spcAft>
                <a:spcPct val="25000"/>
              </a:spcAft>
              <a:buClr>
                <a:schemeClr val="tx1"/>
              </a:buClr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6pPr>
            <a:lvl7pPr marL="2971800" indent="-228600" defTabSz="931863" eaLnBrk="0" fontAlgn="base" hangingPunct="0">
              <a:spcBef>
                <a:spcPct val="0"/>
              </a:spcBef>
              <a:spcAft>
                <a:spcPct val="25000"/>
              </a:spcAft>
              <a:buClr>
                <a:schemeClr val="tx1"/>
              </a:buClr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7pPr>
            <a:lvl8pPr marL="3429000" indent="-228600" defTabSz="931863" eaLnBrk="0" fontAlgn="base" hangingPunct="0">
              <a:spcBef>
                <a:spcPct val="0"/>
              </a:spcBef>
              <a:spcAft>
                <a:spcPct val="25000"/>
              </a:spcAft>
              <a:buClr>
                <a:schemeClr val="tx1"/>
              </a:buClr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8pPr>
            <a:lvl9pPr marL="3886200" indent="-228600" defTabSz="931863" eaLnBrk="0" fontAlgn="base" hangingPunct="0">
              <a:spcBef>
                <a:spcPct val="0"/>
              </a:spcBef>
              <a:spcAft>
                <a:spcPct val="25000"/>
              </a:spcAft>
              <a:buClr>
                <a:schemeClr val="tx1"/>
              </a:buClr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9pPr>
          </a:lstStyle>
          <a:p>
            <a:pPr eaLnBrk="1" hangingPunct="1"/>
            <a:fld id="{EC2F8116-BA30-41E7-AFFE-AA2271F16CD3}" type="slidenum">
              <a:rPr lang="en-US" altLang="en-US" sz="1200">
                <a:solidFill>
                  <a:schemeClr val="tx1"/>
                </a:solidFill>
                <a:latin typeface="Calibri" panose="020F0502020204030204" pitchFamily="34" charset="0"/>
              </a:rPr>
              <a:pPr eaLnBrk="1" hangingPunct="1"/>
              <a:t>29</a:t>
            </a:fld>
            <a:endParaRPr lang="en-US" altLang="en-US" sz="1200" dirty="0">
              <a:solidFill>
                <a:schemeClr val="tx1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90228348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050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30051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 smtClean="0"/>
          </a:p>
        </p:txBody>
      </p:sp>
      <p:sp>
        <p:nvSpPr>
          <p:cNvPr id="130052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1863" eaLnBrk="0" hangingPunct="0"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1pPr>
            <a:lvl2pPr marL="742950" indent="-285750" defTabSz="931863" eaLnBrk="0" hangingPunct="0"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2pPr>
            <a:lvl3pPr marL="1143000" indent="-228600" defTabSz="931863" eaLnBrk="0" hangingPunct="0"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3pPr>
            <a:lvl4pPr marL="1600200" indent="-228600" defTabSz="931863" eaLnBrk="0" hangingPunct="0"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4pPr>
            <a:lvl5pPr marL="2057400" indent="-228600" defTabSz="931863" eaLnBrk="0" hangingPunct="0"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5pPr>
            <a:lvl6pPr marL="2514600" indent="-228600" defTabSz="931863" eaLnBrk="0" fontAlgn="base" hangingPunct="0">
              <a:spcBef>
                <a:spcPct val="0"/>
              </a:spcBef>
              <a:spcAft>
                <a:spcPct val="25000"/>
              </a:spcAft>
              <a:buClr>
                <a:schemeClr val="tx1"/>
              </a:buClr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6pPr>
            <a:lvl7pPr marL="2971800" indent="-228600" defTabSz="931863" eaLnBrk="0" fontAlgn="base" hangingPunct="0">
              <a:spcBef>
                <a:spcPct val="0"/>
              </a:spcBef>
              <a:spcAft>
                <a:spcPct val="25000"/>
              </a:spcAft>
              <a:buClr>
                <a:schemeClr val="tx1"/>
              </a:buClr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7pPr>
            <a:lvl8pPr marL="3429000" indent="-228600" defTabSz="931863" eaLnBrk="0" fontAlgn="base" hangingPunct="0">
              <a:spcBef>
                <a:spcPct val="0"/>
              </a:spcBef>
              <a:spcAft>
                <a:spcPct val="25000"/>
              </a:spcAft>
              <a:buClr>
                <a:schemeClr val="tx1"/>
              </a:buClr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8pPr>
            <a:lvl9pPr marL="3886200" indent="-228600" defTabSz="931863" eaLnBrk="0" fontAlgn="base" hangingPunct="0">
              <a:spcBef>
                <a:spcPct val="0"/>
              </a:spcBef>
              <a:spcAft>
                <a:spcPct val="25000"/>
              </a:spcAft>
              <a:buClr>
                <a:schemeClr val="tx1"/>
              </a:buClr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9pPr>
          </a:lstStyle>
          <a:p>
            <a:pPr eaLnBrk="1" hangingPunct="1"/>
            <a:fld id="{2C83F8F7-9AC1-4A75-B315-5F2E68C179A3}" type="slidenum">
              <a:rPr lang="en-US" altLang="en-US" sz="1200">
                <a:solidFill>
                  <a:schemeClr val="tx1"/>
                </a:solidFill>
                <a:latin typeface="Calibri" panose="020F0502020204030204" pitchFamily="34" charset="0"/>
              </a:rPr>
              <a:pPr eaLnBrk="1" hangingPunct="1"/>
              <a:t>31</a:t>
            </a:fld>
            <a:endParaRPr lang="en-US" altLang="en-US" sz="1200" dirty="0">
              <a:solidFill>
                <a:schemeClr val="tx1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84732579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074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31075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 smtClean="0"/>
          </a:p>
        </p:txBody>
      </p:sp>
      <p:sp>
        <p:nvSpPr>
          <p:cNvPr id="131076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1863" eaLnBrk="0" hangingPunct="0"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1pPr>
            <a:lvl2pPr marL="742950" indent="-285750" defTabSz="931863" eaLnBrk="0" hangingPunct="0"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2pPr>
            <a:lvl3pPr marL="1143000" indent="-228600" defTabSz="931863" eaLnBrk="0" hangingPunct="0"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3pPr>
            <a:lvl4pPr marL="1600200" indent="-228600" defTabSz="931863" eaLnBrk="0" hangingPunct="0"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4pPr>
            <a:lvl5pPr marL="2057400" indent="-228600" defTabSz="931863" eaLnBrk="0" hangingPunct="0"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5pPr>
            <a:lvl6pPr marL="2514600" indent="-228600" defTabSz="931863" eaLnBrk="0" fontAlgn="base" hangingPunct="0">
              <a:spcBef>
                <a:spcPct val="0"/>
              </a:spcBef>
              <a:spcAft>
                <a:spcPct val="25000"/>
              </a:spcAft>
              <a:buClr>
                <a:schemeClr val="tx1"/>
              </a:buClr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6pPr>
            <a:lvl7pPr marL="2971800" indent="-228600" defTabSz="931863" eaLnBrk="0" fontAlgn="base" hangingPunct="0">
              <a:spcBef>
                <a:spcPct val="0"/>
              </a:spcBef>
              <a:spcAft>
                <a:spcPct val="25000"/>
              </a:spcAft>
              <a:buClr>
                <a:schemeClr val="tx1"/>
              </a:buClr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7pPr>
            <a:lvl8pPr marL="3429000" indent="-228600" defTabSz="931863" eaLnBrk="0" fontAlgn="base" hangingPunct="0">
              <a:spcBef>
                <a:spcPct val="0"/>
              </a:spcBef>
              <a:spcAft>
                <a:spcPct val="25000"/>
              </a:spcAft>
              <a:buClr>
                <a:schemeClr val="tx1"/>
              </a:buClr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8pPr>
            <a:lvl9pPr marL="3886200" indent="-228600" defTabSz="931863" eaLnBrk="0" fontAlgn="base" hangingPunct="0">
              <a:spcBef>
                <a:spcPct val="0"/>
              </a:spcBef>
              <a:spcAft>
                <a:spcPct val="25000"/>
              </a:spcAft>
              <a:buClr>
                <a:schemeClr val="tx1"/>
              </a:buClr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9pPr>
          </a:lstStyle>
          <a:p>
            <a:pPr eaLnBrk="1" hangingPunct="1"/>
            <a:fld id="{04951ACA-A29F-46B0-B527-304406E2C212}" type="slidenum">
              <a:rPr lang="en-US" altLang="en-US" sz="1200">
                <a:solidFill>
                  <a:schemeClr val="tx1"/>
                </a:solidFill>
                <a:latin typeface="Calibri" panose="020F0502020204030204" pitchFamily="34" charset="0"/>
              </a:rPr>
              <a:pPr eaLnBrk="1" hangingPunct="1"/>
              <a:t>32</a:t>
            </a:fld>
            <a:endParaRPr lang="en-US" altLang="en-US" sz="1200" dirty="0">
              <a:solidFill>
                <a:schemeClr val="tx1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02426330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098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32099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 smtClean="0"/>
          </a:p>
        </p:txBody>
      </p:sp>
      <p:sp>
        <p:nvSpPr>
          <p:cNvPr id="132100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1863" eaLnBrk="0" hangingPunct="0"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1pPr>
            <a:lvl2pPr marL="742950" indent="-285750" defTabSz="931863" eaLnBrk="0" hangingPunct="0"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2pPr>
            <a:lvl3pPr marL="1143000" indent="-228600" defTabSz="931863" eaLnBrk="0" hangingPunct="0"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3pPr>
            <a:lvl4pPr marL="1600200" indent="-228600" defTabSz="931863" eaLnBrk="0" hangingPunct="0"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4pPr>
            <a:lvl5pPr marL="2057400" indent="-228600" defTabSz="931863" eaLnBrk="0" hangingPunct="0"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5pPr>
            <a:lvl6pPr marL="2514600" indent="-228600" defTabSz="931863" eaLnBrk="0" fontAlgn="base" hangingPunct="0">
              <a:spcBef>
                <a:spcPct val="0"/>
              </a:spcBef>
              <a:spcAft>
                <a:spcPct val="25000"/>
              </a:spcAft>
              <a:buClr>
                <a:schemeClr val="tx1"/>
              </a:buClr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6pPr>
            <a:lvl7pPr marL="2971800" indent="-228600" defTabSz="931863" eaLnBrk="0" fontAlgn="base" hangingPunct="0">
              <a:spcBef>
                <a:spcPct val="0"/>
              </a:spcBef>
              <a:spcAft>
                <a:spcPct val="25000"/>
              </a:spcAft>
              <a:buClr>
                <a:schemeClr val="tx1"/>
              </a:buClr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7pPr>
            <a:lvl8pPr marL="3429000" indent="-228600" defTabSz="931863" eaLnBrk="0" fontAlgn="base" hangingPunct="0">
              <a:spcBef>
                <a:spcPct val="0"/>
              </a:spcBef>
              <a:spcAft>
                <a:spcPct val="25000"/>
              </a:spcAft>
              <a:buClr>
                <a:schemeClr val="tx1"/>
              </a:buClr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8pPr>
            <a:lvl9pPr marL="3886200" indent="-228600" defTabSz="931863" eaLnBrk="0" fontAlgn="base" hangingPunct="0">
              <a:spcBef>
                <a:spcPct val="0"/>
              </a:spcBef>
              <a:spcAft>
                <a:spcPct val="25000"/>
              </a:spcAft>
              <a:buClr>
                <a:schemeClr val="tx1"/>
              </a:buClr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9pPr>
          </a:lstStyle>
          <a:p>
            <a:pPr eaLnBrk="1" hangingPunct="1"/>
            <a:fld id="{EA303313-75C5-4DE7-9EA6-5A17842F4DE9}" type="slidenum">
              <a:rPr lang="en-US" altLang="en-US" sz="1200">
                <a:solidFill>
                  <a:schemeClr val="tx1"/>
                </a:solidFill>
                <a:latin typeface="Calibri" panose="020F0502020204030204" pitchFamily="34" charset="0"/>
              </a:rPr>
              <a:pPr eaLnBrk="1" hangingPunct="1"/>
              <a:t>33</a:t>
            </a:fld>
            <a:endParaRPr lang="en-US" altLang="en-US" sz="1200" dirty="0">
              <a:solidFill>
                <a:schemeClr val="tx1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06138095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22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33123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 smtClean="0"/>
          </a:p>
        </p:txBody>
      </p:sp>
      <p:sp>
        <p:nvSpPr>
          <p:cNvPr id="133124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1863" eaLnBrk="0" hangingPunct="0"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1pPr>
            <a:lvl2pPr marL="742950" indent="-285750" defTabSz="931863" eaLnBrk="0" hangingPunct="0"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2pPr>
            <a:lvl3pPr marL="1143000" indent="-228600" defTabSz="931863" eaLnBrk="0" hangingPunct="0"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3pPr>
            <a:lvl4pPr marL="1600200" indent="-228600" defTabSz="931863" eaLnBrk="0" hangingPunct="0"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4pPr>
            <a:lvl5pPr marL="2057400" indent="-228600" defTabSz="931863" eaLnBrk="0" hangingPunct="0"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5pPr>
            <a:lvl6pPr marL="2514600" indent="-228600" defTabSz="931863" eaLnBrk="0" fontAlgn="base" hangingPunct="0">
              <a:spcBef>
                <a:spcPct val="0"/>
              </a:spcBef>
              <a:spcAft>
                <a:spcPct val="25000"/>
              </a:spcAft>
              <a:buClr>
                <a:schemeClr val="tx1"/>
              </a:buClr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6pPr>
            <a:lvl7pPr marL="2971800" indent="-228600" defTabSz="931863" eaLnBrk="0" fontAlgn="base" hangingPunct="0">
              <a:spcBef>
                <a:spcPct val="0"/>
              </a:spcBef>
              <a:spcAft>
                <a:spcPct val="25000"/>
              </a:spcAft>
              <a:buClr>
                <a:schemeClr val="tx1"/>
              </a:buClr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7pPr>
            <a:lvl8pPr marL="3429000" indent="-228600" defTabSz="931863" eaLnBrk="0" fontAlgn="base" hangingPunct="0">
              <a:spcBef>
                <a:spcPct val="0"/>
              </a:spcBef>
              <a:spcAft>
                <a:spcPct val="25000"/>
              </a:spcAft>
              <a:buClr>
                <a:schemeClr val="tx1"/>
              </a:buClr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8pPr>
            <a:lvl9pPr marL="3886200" indent="-228600" defTabSz="931863" eaLnBrk="0" fontAlgn="base" hangingPunct="0">
              <a:spcBef>
                <a:spcPct val="0"/>
              </a:spcBef>
              <a:spcAft>
                <a:spcPct val="25000"/>
              </a:spcAft>
              <a:buClr>
                <a:schemeClr val="tx1"/>
              </a:buClr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9pPr>
          </a:lstStyle>
          <a:p>
            <a:pPr eaLnBrk="1" hangingPunct="1"/>
            <a:fld id="{D36CFCBA-81FA-4E88-8760-96D5CBF088E5}" type="slidenum">
              <a:rPr lang="en-US" altLang="en-US" sz="1200">
                <a:solidFill>
                  <a:schemeClr val="tx1"/>
                </a:solidFill>
                <a:latin typeface="Calibri" panose="020F0502020204030204" pitchFamily="34" charset="0"/>
              </a:rPr>
              <a:pPr eaLnBrk="1" hangingPunct="1"/>
              <a:t>35</a:t>
            </a:fld>
            <a:endParaRPr lang="en-US" altLang="en-US" sz="1200" dirty="0">
              <a:solidFill>
                <a:schemeClr val="tx1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13263504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146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34147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 smtClean="0"/>
          </a:p>
        </p:txBody>
      </p:sp>
      <p:sp>
        <p:nvSpPr>
          <p:cNvPr id="134148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1863" eaLnBrk="0" hangingPunct="0"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1pPr>
            <a:lvl2pPr marL="742950" indent="-285750" defTabSz="931863" eaLnBrk="0" hangingPunct="0"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2pPr>
            <a:lvl3pPr marL="1143000" indent="-228600" defTabSz="931863" eaLnBrk="0" hangingPunct="0"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3pPr>
            <a:lvl4pPr marL="1600200" indent="-228600" defTabSz="931863" eaLnBrk="0" hangingPunct="0"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4pPr>
            <a:lvl5pPr marL="2057400" indent="-228600" defTabSz="931863" eaLnBrk="0" hangingPunct="0"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5pPr>
            <a:lvl6pPr marL="2514600" indent="-228600" defTabSz="931863" eaLnBrk="0" fontAlgn="base" hangingPunct="0">
              <a:spcBef>
                <a:spcPct val="0"/>
              </a:spcBef>
              <a:spcAft>
                <a:spcPct val="25000"/>
              </a:spcAft>
              <a:buClr>
                <a:schemeClr val="tx1"/>
              </a:buClr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6pPr>
            <a:lvl7pPr marL="2971800" indent="-228600" defTabSz="931863" eaLnBrk="0" fontAlgn="base" hangingPunct="0">
              <a:spcBef>
                <a:spcPct val="0"/>
              </a:spcBef>
              <a:spcAft>
                <a:spcPct val="25000"/>
              </a:spcAft>
              <a:buClr>
                <a:schemeClr val="tx1"/>
              </a:buClr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7pPr>
            <a:lvl8pPr marL="3429000" indent="-228600" defTabSz="931863" eaLnBrk="0" fontAlgn="base" hangingPunct="0">
              <a:spcBef>
                <a:spcPct val="0"/>
              </a:spcBef>
              <a:spcAft>
                <a:spcPct val="25000"/>
              </a:spcAft>
              <a:buClr>
                <a:schemeClr val="tx1"/>
              </a:buClr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8pPr>
            <a:lvl9pPr marL="3886200" indent="-228600" defTabSz="931863" eaLnBrk="0" fontAlgn="base" hangingPunct="0">
              <a:spcBef>
                <a:spcPct val="0"/>
              </a:spcBef>
              <a:spcAft>
                <a:spcPct val="25000"/>
              </a:spcAft>
              <a:buClr>
                <a:schemeClr val="tx1"/>
              </a:buClr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9pPr>
          </a:lstStyle>
          <a:p>
            <a:pPr eaLnBrk="1" hangingPunct="1"/>
            <a:fld id="{C706AF5C-AE53-40D1-A0F1-D9F4A406B96A}" type="slidenum">
              <a:rPr lang="en-US" altLang="en-US" sz="1200">
                <a:solidFill>
                  <a:schemeClr val="tx1"/>
                </a:solidFill>
                <a:latin typeface="Calibri" panose="020F0502020204030204" pitchFamily="34" charset="0"/>
              </a:rPr>
              <a:pPr eaLnBrk="1" hangingPunct="1"/>
              <a:t>37</a:t>
            </a:fld>
            <a:endParaRPr lang="en-US" altLang="en-US" sz="1200" dirty="0">
              <a:solidFill>
                <a:schemeClr val="tx1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93256606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170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35171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 smtClean="0"/>
          </a:p>
        </p:txBody>
      </p:sp>
      <p:sp>
        <p:nvSpPr>
          <p:cNvPr id="135172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1863" eaLnBrk="0" hangingPunct="0"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1pPr>
            <a:lvl2pPr marL="742950" indent="-285750" defTabSz="931863" eaLnBrk="0" hangingPunct="0"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2pPr>
            <a:lvl3pPr marL="1143000" indent="-228600" defTabSz="931863" eaLnBrk="0" hangingPunct="0"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3pPr>
            <a:lvl4pPr marL="1600200" indent="-228600" defTabSz="931863" eaLnBrk="0" hangingPunct="0"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4pPr>
            <a:lvl5pPr marL="2057400" indent="-228600" defTabSz="931863" eaLnBrk="0" hangingPunct="0"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5pPr>
            <a:lvl6pPr marL="2514600" indent="-228600" defTabSz="931863" eaLnBrk="0" fontAlgn="base" hangingPunct="0">
              <a:spcBef>
                <a:spcPct val="0"/>
              </a:spcBef>
              <a:spcAft>
                <a:spcPct val="25000"/>
              </a:spcAft>
              <a:buClr>
                <a:schemeClr val="tx1"/>
              </a:buClr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6pPr>
            <a:lvl7pPr marL="2971800" indent="-228600" defTabSz="931863" eaLnBrk="0" fontAlgn="base" hangingPunct="0">
              <a:spcBef>
                <a:spcPct val="0"/>
              </a:spcBef>
              <a:spcAft>
                <a:spcPct val="25000"/>
              </a:spcAft>
              <a:buClr>
                <a:schemeClr val="tx1"/>
              </a:buClr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7pPr>
            <a:lvl8pPr marL="3429000" indent="-228600" defTabSz="931863" eaLnBrk="0" fontAlgn="base" hangingPunct="0">
              <a:spcBef>
                <a:spcPct val="0"/>
              </a:spcBef>
              <a:spcAft>
                <a:spcPct val="25000"/>
              </a:spcAft>
              <a:buClr>
                <a:schemeClr val="tx1"/>
              </a:buClr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8pPr>
            <a:lvl9pPr marL="3886200" indent="-228600" defTabSz="931863" eaLnBrk="0" fontAlgn="base" hangingPunct="0">
              <a:spcBef>
                <a:spcPct val="0"/>
              </a:spcBef>
              <a:spcAft>
                <a:spcPct val="25000"/>
              </a:spcAft>
              <a:buClr>
                <a:schemeClr val="tx1"/>
              </a:buClr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9pPr>
          </a:lstStyle>
          <a:p>
            <a:pPr eaLnBrk="1" hangingPunct="1"/>
            <a:fld id="{B3B5AEFE-BE65-4F77-B5BD-28DE9212CB8B}" type="slidenum">
              <a:rPr lang="en-US" altLang="en-US" sz="1200">
                <a:solidFill>
                  <a:schemeClr val="tx1"/>
                </a:solidFill>
                <a:latin typeface="Calibri" panose="020F0502020204030204" pitchFamily="34" charset="0"/>
              </a:rPr>
              <a:pPr eaLnBrk="1" hangingPunct="1"/>
              <a:t>39</a:t>
            </a:fld>
            <a:endParaRPr lang="en-US" altLang="en-US" sz="1200" dirty="0">
              <a:solidFill>
                <a:schemeClr val="tx1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7631203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194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36195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 smtClean="0"/>
          </a:p>
        </p:txBody>
      </p:sp>
      <p:sp>
        <p:nvSpPr>
          <p:cNvPr id="136196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1863" eaLnBrk="0" hangingPunct="0"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1pPr>
            <a:lvl2pPr marL="742950" indent="-285750" defTabSz="931863" eaLnBrk="0" hangingPunct="0"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2pPr>
            <a:lvl3pPr marL="1143000" indent="-228600" defTabSz="931863" eaLnBrk="0" hangingPunct="0"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3pPr>
            <a:lvl4pPr marL="1600200" indent="-228600" defTabSz="931863" eaLnBrk="0" hangingPunct="0"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4pPr>
            <a:lvl5pPr marL="2057400" indent="-228600" defTabSz="931863" eaLnBrk="0" hangingPunct="0"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5pPr>
            <a:lvl6pPr marL="2514600" indent="-228600" defTabSz="931863" eaLnBrk="0" fontAlgn="base" hangingPunct="0">
              <a:spcBef>
                <a:spcPct val="0"/>
              </a:spcBef>
              <a:spcAft>
                <a:spcPct val="25000"/>
              </a:spcAft>
              <a:buClr>
                <a:schemeClr val="tx1"/>
              </a:buClr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6pPr>
            <a:lvl7pPr marL="2971800" indent="-228600" defTabSz="931863" eaLnBrk="0" fontAlgn="base" hangingPunct="0">
              <a:spcBef>
                <a:spcPct val="0"/>
              </a:spcBef>
              <a:spcAft>
                <a:spcPct val="25000"/>
              </a:spcAft>
              <a:buClr>
                <a:schemeClr val="tx1"/>
              </a:buClr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7pPr>
            <a:lvl8pPr marL="3429000" indent="-228600" defTabSz="931863" eaLnBrk="0" fontAlgn="base" hangingPunct="0">
              <a:spcBef>
                <a:spcPct val="0"/>
              </a:spcBef>
              <a:spcAft>
                <a:spcPct val="25000"/>
              </a:spcAft>
              <a:buClr>
                <a:schemeClr val="tx1"/>
              </a:buClr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8pPr>
            <a:lvl9pPr marL="3886200" indent="-228600" defTabSz="931863" eaLnBrk="0" fontAlgn="base" hangingPunct="0">
              <a:spcBef>
                <a:spcPct val="0"/>
              </a:spcBef>
              <a:spcAft>
                <a:spcPct val="25000"/>
              </a:spcAft>
              <a:buClr>
                <a:schemeClr val="tx1"/>
              </a:buClr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9pPr>
          </a:lstStyle>
          <a:p>
            <a:pPr eaLnBrk="1" hangingPunct="1"/>
            <a:fld id="{A5D03D19-F8E1-4188-9C39-E99B201507CE}" type="slidenum">
              <a:rPr lang="en-US" altLang="en-US" sz="1200">
                <a:solidFill>
                  <a:schemeClr val="tx1"/>
                </a:solidFill>
                <a:latin typeface="Calibri" panose="020F0502020204030204" pitchFamily="34" charset="0"/>
              </a:rPr>
              <a:pPr eaLnBrk="1" hangingPunct="1"/>
              <a:t>40</a:t>
            </a:fld>
            <a:endParaRPr lang="en-US" altLang="en-US" sz="1200" dirty="0">
              <a:solidFill>
                <a:schemeClr val="tx1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56946310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218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37219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 smtClean="0"/>
          </a:p>
        </p:txBody>
      </p:sp>
      <p:sp>
        <p:nvSpPr>
          <p:cNvPr id="137220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1863" eaLnBrk="0" hangingPunct="0"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1pPr>
            <a:lvl2pPr marL="742950" indent="-285750" defTabSz="931863" eaLnBrk="0" hangingPunct="0"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2pPr>
            <a:lvl3pPr marL="1143000" indent="-228600" defTabSz="931863" eaLnBrk="0" hangingPunct="0"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3pPr>
            <a:lvl4pPr marL="1600200" indent="-228600" defTabSz="931863" eaLnBrk="0" hangingPunct="0"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4pPr>
            <a:lvl5pPr marL="2057400" indent="-228600" defTabSz="931863" eaLnBrk="0" hangingPunct="0"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5pPr>
            <a:lvl6pPr marL="2514600" indent="-228600" defTabSz="931863" eaLnBrk="0" fontAlgn="base" hangingPunct="0">
              <a:spcBef>
                <a:spcPct val="0"/>
              </a:spcBef>
              <a:spcAft>
                <a:spcPct val="25000"/>
              </a:spcAft>
              <a:buClr>
                <a:schemeClr val="tx1"/>
              </a:buClr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6pPr>
            <a:lvl7pPr marL="2971800" indent="-228600" defTabSz="931863" eaLnBrk="0" fontAlgn="base" hangingPunct="0">
              <a:spcBef>
                <a:spcPct val="0"/>
              </a:spcBef>
              <a:spcAft>
                <a:spcPct val="25000"/>
              </a:spcAft>
              <a:buClr>
                <a:schemeClr val="tx1"/>
              </a:buClr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7pPr>
            <a:lvl8pPr marL="3429000" indent="-228600" defTabSz="931863" eaLnBrk="0" fontAlgn="base" hangingPunct="0">
              <a:spcBef>
                <a:spcPct val="0"/>
              </a:spcBef>
              <a:spcAft>
                <a:spcPct val="25000"/>
              </a:spcAft>
              <a:buClr>
                <a:schemeClr val="tx1"/>
              </a:buClr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8pPr>
            <a:lvl9pPr marL="3886200" indent="-228600" defTabSz="931863" eaLnBrk="0" fontAlgn="base" hangingPunct="0">
              <a:spcBef>
                <a:spcPct val="0"/>
              </a:spcBef>
              <a:spcAft>
                <a:spcPct val="25000"/>
              </a:spcAft>
              <a:buClr>
                <a:schemeClr val="tx1"/>
              </a:buClr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9pPr>
          </a:lstStyle>
          <a:p>
            <a:pPr eaLnBrk="1" hangingPunct="1"/>
            <a:fld id="{BAAEB27D-FD6F-40E0-ADAC-0838F868472E}" type="slidenum">
              <a:rPr lang="en-US" altLang="en-US" sz="1200">
                <a:solidFill>
                  <a:schemeClr val="tx1"/>
                </a:solidFill>
                <a:latin typeface="Calibri" panose="020F0502020204030204" pitchFamily="34" charset="0"/>
              </a:rPr>
              <a:pPr eaLnBrk="1" hangingPunct="1"/>
              <a:t>43</a:t>
            </a:fld>
            <a:endParaRPr lang="en-US" altLang="en-US" sz="1200" dirty="0">
              <a:solidFill>
                <a:schemeClr val="tx1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61601464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266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39267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 smtClean="0"/>
          </a:p>
        </p:txBody>
      </p:sp>
      <p:sp>
        <p:nvSpPr>
          <p:cNvPr id="139268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1863" eaLnBrk="0" hangingPunct="0"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1pPr>
            <a:lvl2pPr marL="742950" indent="-285750" defTabSz="931863" eaLnBrk="0" hangingPunct="0"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2pPr>
            <a:lvl3pPr marL="1143000" indent="-228600" defTabSz="931863" eaLnBrk="0" hangingPunct="0"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3pPr>
            <a:lvl4pPr marL="1600200" indent="-228600" defTabSz="931863" eaLnBrk="0" hangingPunct="0"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4pPr>
            <a:lvl5pPr marL="2057400" indent="-228600" defTabSz="931863" eaLnBrk="0" hangingPunct="0"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5pPr>
            <a:lvl6pPr marL="2514600" indent="-228600" defTabSz="931863" eaLnBrk="0" fontAlgn="base" hangingPunct="0">
              <a:spcBef>
                <a:spcPct val="0"/>
              </a:spcBef>
              <a:spcAft>
                <a:spcPct val="25000"/>
              </a:spcAft>
              <a:buClr>
                <a:schemeClr val="tx1"/>
              </a:buClr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6pPr>
            <a:lvl7pPr marL="2971800" indent="-228600" defTabSz="931863" eaLnBrk="0" fontAlgn="base" hangingPunct="0">
              <a:spcBef>
                <a:spcPct val="0"/>
              </a:spcBef>
              <a:spcAft>
                <a:spcPct val="25000"/>
              </a:spcAft>
              <a:buClr>
                <a:schemeClr val="tx1"/>
              </a:buClr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7pPr>
            <a:lvl8pPr marL="3429000" indent="-228600" defTabSz="931863" eaLnBrk="0" fontAlgn="base" hangingPunct="0">
              <a:spcBef>
                <a:spcPct val="0"/>
              </a:spcBef>
              <a:spcAft>
                <a:spcPct val="25000"/>
              </a:spcAft>
              <a:buClr>
                <a:schemeClr val="tx1"/>
              </a:buClr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8pPr>
            <a:lvl9pPr marL="3886200" indent="-228600" defTabSz="931863" eaLnBrk="0" fontAlgn="base" hangingPunct="0">
              <a:spcBef>
                <a:spcPct val="0"/>
              </a:spcBef>
              <a:spcAft>
                <a:spcPct val="25000"/>
              </a:spcAft>
              <a:buClr>
                <a:schemeClr val="tx1"/>
              </a:buClr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9pPr>
          </a:lstStyle>
          <a:p>
            <a:pPr eaLnBrk="1" hangingPunct="1"/>
            <a:fld id="{60DA5168-C3BC-4AAE-9C21-37F69304BA54}" type="slidenum">
              <a:rPr lang="en-US" altLang="en-US" sz="1200">
                <a:solidFill>
                  <a:schemeClr val="tx1"/>
                </a:solidFill>
                <a:latin typeface="Calibri" panose="020F0502020204030204" pitchFamily="34" charset="0"/>
              </a:rPr>
              <a:pPr eaLnBrk="1" hangingPunct="1"/>
              <a:t>45</a:t>
            </a:fld>
            <a:endParaRPr lang="en-US" altLang="en-US" sz="1200" dirty="0">
              <a:solidFill>
                <a:schemeClr val="tx1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95383064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290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40291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 smtClean="0"/>
          </a:p>
        </p:txBody>
      </p:sp>
      <p:sp>
        <p:nvSpPr>
          <p:cNvPr id="140292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1863" eaLnBrk="0" hangingPunct="0"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1pPr>
            <a:lvl2pPr marL="742950" indent="-285750" defTabSz="931863" eaLnBrk="0" hangingPunct="0"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2pPr>
            <a:lvl3pPr marL="1143000" indent="-228600" defTabSz="931863" eaLnBrk="0" hangingPunct="0"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3pPr>
            <a:lvl4pPr marL="1600200" indent="-228600" defTabSz="931863" eaLnBrk="0" hangingPunct="0"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4pPr>
            <a:lvl5pPr marL="2057400" indent="-228600" defTabSz="931863" eaLnBrk="0" hangingPunct="0"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5pPr>
            <a:lvl6pPr marL="2514600" indent="-228600" defTabSz="931863" eaLnBrk="0" fontAlgn="base" hangingPunct="0">
              <a:spcBef>
                <a:spcPct val="0"/>
              </a:spcBef>
              <a:spcAft>
                <a:spcPct val="25000"/>
              </a:spcAft>
              <a:buClr>
                <a:schemeClr val="tx1"/>
              </a:buClr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6pPr>
            <a:lvl7pPr marL="2971800" indent="-228600" defTabSz="931863" eaLnBrk="0" fontAlgn="base" hangingPunct="0">
              <a:spcBef>
                <a:spcPct val="0"/>
              </a:spcBef>
              <a:spcAft>
                <a:spcPct val="25000"/>
              </a:spcAft>
              <a:buClr>
                <a:schemeClr val="tx1"/>
              </a:buClr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7pPr>
            <a:lvl8pPr marL="3429000" indent="-228600" defTabSz="931863" eaLnBrk="0" fontAlgn="base" hangingPunct="0">
              <a:spcBef>
                <a:spcPct val="0"/>
              </a:spcBef>
              <a:spcAft>
                <a:spcPct val="25000"/>
              </a:spcAft>
              <a:buClr>
                <a:schemeClr val="tx1"/>
              </a:buClr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8pPr>
            <a:lvl9pPr marL="3886200" indent="-228600" defTabSz="931863" eaLnBrk="0" fontAlgn="base" hangingPunct="0">
              <a:spcBef>
                <a:spcPct val="0"/>
              </a:spcBef>
              <a:spcAft>
                <a:spcPct val="25000"/>
              </a:spcAft>
              <a:buClr>
                <a:schemeClr val="tx1"/>
              </a:buClr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9pPr>
          </a:lstStyle>
          <a:p>
            <a:pPr eaLnBrk="1" hangingPunct="1"/>
            <a:fld id="{CDDD038D-4C04-4736-8255-B73BF61FB218}" type="slidenum">
              <a:rPr lang="en-US" altLang="en-US" sz="1200">
                <a:solidFill>
                  <a:schemeClr val="tx1"/>
                </a:solidFill>
                <a:latin typeface="Calibri" panose="020F0502020204030204" pitchFamily="34" charset="0"/>
              </a:rPr>
              <a:pPr eaLnBrk="1" hangingPunct="1"/>
              <a:t>47</a:t>
            </a:fld>
            <a:endParaRPr lang="en-US" altLang="en-US" sz="1200" dirty="0">
              <a:solidFill>
                <a:schemeClr val="tx1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37293914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314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41315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 smtClean="0"/>
          </a:p>
        </p:txBody>
      </p:sp>
      <p:sp>
        <p:nvSpPr>
          <p:cNvPr id="141316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1863" eaLnBrk="0" hangingPunct="0"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1pPr>
            <a:lvl2pPr marL="742950" indent="-285750" defTabSz="931863" eaLnBrk="0" hangingPunct="0"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2pPr>
            <a:lvl3pPr marL="1143000" indent="-228600" defTabSz="931863" eaLnBrk="0" hangingPunct="0"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3pPr>
            <a:lvl4pPr marL="1600200" indent="-228600" defTabSz="931863" eaLnBrk="0" hangingPunct="0"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4pPr>
            <a:lvl5pPr marL="2057400" indent="-228600" defTabSz="931863" eaLnBrk="0" hangingPunct="0"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5pPr>
            <a:lvl6pPr marL="2514600" indent="-228600" defTabSz="931863" eaLnBrk="0" fontAlgn="base" hangingPunct="0">
              <a:spcBef>
                <a:spcPct val="0"/>
              </a:spcBef>
              <a:spcAft>
                <a:spcPct val="25000"/>
              </a:spcAft>
              <a:buClr>
                <a:schemeClr val="tx1"/>
              </a:buClr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6pPr>
            <a:lvl7pPr marL="2971800" indent="-228600" defTabSz="931863" eaLnBrk="0" fontAlgn="base" hangingPunct="0">
              <a:spcBef>
                <a:spcPct val="0"/>
              </a:spcBef>
              <a:spcAft>
                <a:spcPct val="25000"/>
              </a:spcAft>
              <a:buClr>
                <a:schemeClr val="tx1"/>
              </a:buClr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7pPr>
            <a:lvl8pPr marL="3429000" indent="-228600" defTabSz="931863" eaLnBrk="0" fontAlgn="base" hangingPunct="0">
              <a:spcBef>
                <a:spcPct val="0"/>
              </a:spcBef>
              <a:spcAft>
                <a:spcPct val="25000"/>
              </a:spcAft>
              <a:buClr>
                <a:schemeClr val="tx1"/>
              </a:buClr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8pPr>
            <a:lvl9pPr marL="3886200" indent="-228600" defTabSz="931863" eaLnBrk="0" fontAlgn="base" hangingPunct="0">
              <a:spcBef>
                <a:spcPct val="0"/>
              </a:spcBef>
              <a:spcAft>
                <a:spcPct val="25000"/>
              </a:spcAft>
              <a:buClr>
                <a:schemeClr val="tx1"/>
              </a:buClr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9pPr>
          </a:lstStyle>
          <a:p>
            <a:pPr eaLnBrk="1" hangingPunct="1"/>
            <a:fld id="{E35103E1-41A9-496A-8DB4-B56E3764E143}" type="slidenum">
              <a:rPr lang="en-US" altLang="en-US" sz="1200">
                <a:solidFill>
                  <a:schemeClr val="tx1"/>
                </a:solidFill>
                <a:latin typeface="Calibri" panose="020F0502020204030204" pitchFamily="34" charset="0"/>
              </a:rPr>
              <a:pPr eaLnBrk="1" hangingPunct="1"/>
              <a:t>50</a:t>
            </a:fld>
            <a:endParaRPr lang="en-US" altLang="en-US" sz="1200" dirty="0">
              <a:solidFill>
                <a:schemeClr val="tx1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61553504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338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42339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 smtClean="0"/>
          </a:p>
        </p:txBody>
      </p:sp>
      <p:sp>
        <p:nvSpPr>
          <p:cNvPr id="142340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1863" eaLnBrk="0" hangingPunct="0"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1pPr>
            <a:lvl2pPr marL="742950" indent="-285750" defTabSz="931863" eaLnBrk="0" hangingPunct="0"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2pPr>
            <a:lvl3pPr marL="1143000" indent="-228600" defTabSz="931863" eaLnBrk="0" hangingPunct="0"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3pPr>
            <a:lvl4pPr marL="1600200" indent="-228600" defTabSz="931863" eaLnBrk="0" hangingPunct="0"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4pPr>
            <a:lvl5pPr marL="2057400" indent="-228600" defTabSz="931863" eaLnBrk="0" hangingPunct="0"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5pPr>
            <a:lvl6pPr marL="2514600" indent="-228600" defTabSz="931863" eaLnBrk="0" fontAlgn="base" hangingPunct="0">
              <a:spcBef>
                <a:spcPct val="0"/>
              </a:spcBef>
              <a:spcAft>
                <a:spcPct val="25000"/>
              </a:spcAft>
              <a:buClr>
                <a:schemeClr val="tx1"/>
              </a:buClr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6pPr>
            <a:lvl7pPr marL="2971800" indent="-228600" defTabSz="931863" eaLnBrk="0" fontAlgn="base" hangingPunct="0">
              <a:spcBef>
                <a:spcPct val="0"/>
              </a:spcBef>
              <a:spcAft>
                <a:spcPct val="25000"/>
              </a:spcAft>
              <a:buClr>
                <a:schemeClr val="tx1"/>
              </a:buClr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7pPr>
            <a:lvl8pPr marL="3429000" indent="-228600" defTabSz="931863" eaLnBrk="0" fontAlgn="base" hangingPunct="0">
              <a:spcBef>
                <a:spcPct val="0"/>
              </a:spcBef>
              <a:spcAft>
                <a:spcPct val="25000"/>
              </a:spcAft>
              <a:buClr>
                <a:schemeClr val="tx1"/>
              </a:buClr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8pPr>
            <a:lvl9pPr marL="3886200" indent="-228600" defTabSz="931863" eaLnBrk="0" fontAlgn="base" hangingPunct="0">
              <a:spcBef>
                <a:spcPct val="0"/>
              </a:spcBef>
              <a:spcAft>
                <a:spcPct val="25000"/>
              </a:spcAft>
              <a:buClr>
                <a:schemeClr val="tx1"/>
              </a:buClr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9pPr>
          </a:lstStyle>
          <a:p>
            <a:pPr eaLnBrk="1" hangingPunct="1"/>
            <a:fld id="{B0628B86-F73E-45D3-A8D6-BB0E591E4735}" type="slidenum">
              <a:rPr lang="en-US" altLang="en-US" sz="1200">
                <a:solidFill>
                  <a:schemeClr val="tx1"/>
                </a:solidFill>
                <a:latin typeface="Calibri" panose="020F0502020204030204" pitchFamily="34" charset="0"/>
              </a:rPr>
              <a:pPr eaLnBrk="1" hangingPunct="1"/>
              <a:t>52</a:t>
            </a:fld>
            <a:endParaRPr lang="en-US" altLang="en-US" sz="1200" dirty="0">
              <a:solidFill>
                <a:schemeClr val="tx1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47384313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62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43363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 smtClean="0"/>
          </a:p>
        </p:txBody>
      </p:sp>
      <p:sp>
        <p:nvSpPr>
          <p:cNvPr id="143364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1863" eaLnBrk="0" hangingPunct="0"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1pPr>
            <a:lvl2pPr marL="742950" indent="-285750" defTabSz="931863" eaLnBrk="0" hangingPunct="0"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2pPr>
            <a:lvl3pPr marL="1143000" indent="-228600" defTabSz="931863" eaLnBrk="0" hangingPunct="0"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3pPr>
            <a:lvl4pPr marL="1600200" indent="-228600" defTabSz="931863" eaLnBrk="0" hangingPunct="0"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4pPr>
            <a:lvl5pPr marL="2057400" indent="-228600" defTabSz="931863" eaLnBrk="0" hangingPunct="0"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5pPr>
            <a:lvl6pPr marL="2514600" indent="-228600" defTabSz="931863" eaLnBrk="0" fontAlgn="base" hangingPunct="0">
              <a:spcBef>
                <a:spcPct val="0"/>
              </a:spcBef>
              <a:spcAft>
                <a:spcPct val="25000"/>
              </a:spcAft>
              <a:buClr>
                <a:schemeClr val="tx1"/>
              </a:buClr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6pPr>
            <a:lvl7pPr marL="2971800" indent="-228600" defTabSz="931863" eaLnBrk="0" fontAlgn="base" hangingPunct="0">
              <a:spcBef>
                <a:spcPct val="0"/>
              </a:spcBef>
              <a:spcAft>
                <a:spcPct val="25000"/>
              </a:spcAft>
              <a:buClr>
                <a:schemeClr val="tx1"/>
              </a:buClr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7pPr>
            <a:lvl8pPr marL="3429000" indent="-228600" defTabSz="931863" eaLnBrk="0" fontAlgn="base" hangingPunct="0">
              <a:spcBef>
                <a:spcPct val="0"/>
              </a:spcBef>
              <a:spcAft>
                <a:spcPct val="25000"/>
              </a:spcAft>
              <a:buClr>
                <a:schemeClr val="tx1"/>
              </a:buClr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8pPr>
            <a:lvl9pPr marL="3886200" indent="-228600" defTabSz="931863" eaLnBrk="0" fontAlgn="base" hangingPunct="0">
              <a:spcBef>
                <a:spcPct val="0"/>
              </a:spcBef>
              <a:spcAft>
                <a:spcPct val="25000"/>
              </a:spcAft>
              <a:buClr>
                <a:schemeClr val="tx1"/>
              </a:buClr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9pPr>
          </a:lstStyle>
          <a:p>
            <a:pPr eaLnBrk="1" hangingPunct="1"/>
            <a:fld id="{1BE0F43B-854A-4235-A653-A252EA3ABFDF}" type="slidenum">
              <a:rPr lang="en-US" altLang="en-US" sz="1200">
                <a:solidFill>
                  <a:schemeClr val="tx1"/>
                </a:solidFill>
                <a:latin typeface="Calibri" panose="020F0502020204030204" pitchFamily="34" charset="0"/>
              </a:rPr>
              <a:pPr eaLnBrk="1" hangingPunct="1"/>
              <a:t>54</a:t>
            </a:fld>
            <a:endParaRPr lang="en-US" altLang="en-US" sz="1200" dirty="0">
              <a:solidFill>
                <a:schemeClr val="tx1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19776835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386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44387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 smtClean="0"/>
          </a:p>
        </p:txBody>
      </p:sp>
      <p:sp>
        <p:nvSpPr>
          <p:cNvPr id="144388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1863" eaLnBrk="0" hangingPunct="0"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1pPr>
            <a:lvl2pPr marL="742950" indent="-285750" defTabSz="931863" eaLnBrk="0" hangingPunct="0"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2pPr>
            <a:lvl3pPr marL="1143000" indent="-228600" defTabSz="931863" eaLnBrk="0" hangingPunct="0"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3pPr>
            <a:lvl4pPr marL="1600200" indent="-228600" defTabSz="931863" eaLnBrk="0" hangingPunct="0"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4pPr>
            <a:lvl5pPr marL="2057400" indent="-228600" defTabSz="931863" eaLnBrk="0" hangingPunct="0"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5pPr>
            <a:lvl6pPr marL="2514600" indent="-228600" defTabSz="931863" eaLnBrk="0" fontAlgn="base" hangingPunct="0">
              <a:spcBef>
                <a:spcPct val="0"/>
              </a:spcBef>
              <a:spcAft>
                <a:spcPct val="25000"/>
              </a:spcAft>
              <a:buClr>
                <a:schemeClr val="tx1"/>
              </a:buClr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6pPr>
            <a:lvl7pPr marL="2971800" indent="-228600" defTabSz="931863" eaLnBrk="0" fontAlgn="base" hangingPunct="0">
              <a:spcBef>
                <a:spcPct val="0"/>
              </a:spcBef>
              <a:spcAft>
                <a:spcPct val="25000"/>
              </a:spcAft>
              <a:buClr>
                <a:schemeClr val="tx1"/>
              </a:buClr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7pPr>
            <a:lvl8pPr marL="3429000" indent="-228600" defTabSz="931863" eaLnBrk="0" fontAlgn="base" hangingPunct="0">
              <a:spcBef>
                <a:spcPct val="0"/>
              </a:spcBef>
              <a:spcAft>
                <a:spcPct val="25000"/>
              </a:spcAft>
              <a:buClr>
                <a:schemeClr val="tx1"/>
              </a:buClr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8pPr>
            <a:lvl9pPr marL="3886200" indent="-228600" defTabSz="931863" eaLnBrk="0" fontAlgn="base" hangingPunct="0">
              <a:spcBef>
                <a:spcPct val="0"/>
              </a:spcBef>
              <a:spcAft>
                <a:spcPct val="25000"/>
              </a:spcAft>
              <a:buClr>
                <a:schemeClr val="tx1"/>
              </a:buClr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9pPr>
          </a:lstStyle>
          <a:p>
            <a:pPr eaLnBrk="1" hangingPunct="1"/>
            <a:fld id="{4001FDB9-94BD-4D74-82C7-0CA60DC96D8F}" type="slidenum">
              <a:rPr lang="en-US" altLang="en-US" sz="1200">
                <a:solidFill>
                  <a:schemeClr val="tx1"/>
                </a:solidFill>
                <a:latin typeface="Calibri" panose="020F0502020204030204" pitchFamily="34" charset="0"/>
              </a:rPr>
              <a:pPr eaLnBrk="1" hangingPunct="1"/>
              <a:t>56</a:t>
            </a:fld>
            <a:endParaRPr lang="en-US" altLang="en-US" sz="1200" dirty="0">
              <a:solidFill>
                <a:schemeClr val="tx1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65783944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434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46435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 smtClean="0"/>
          </a:p>
        </p:txBody>
      </p:sp>
      <p:sp>
        <p:nvSpPr>
          <p:cNvPr id="146436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1863" eaLnBrk="0" hangingPunct="0"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1pPr>
            <a:lvl2pPr marL="742950" indent="-285750" defTabSz="931863" eaLnBrk="0" hangingPunct="0"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2pPr>
            <a:lvl3pPr marL="1143000" indent="-228600" defTabSz="931863" eaLnBrk="0" hangingPunct="0"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3pPr>
            <a:lvl4pPr marL="1600200" indent="-228600" defTabSz="931863" eaLnBrk="0" hangingPunct="0"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4pPr>
            <a:lvl5pPr marL="2057400" indent="-228600" defTabSz="931863" eaLnBrk="0" hangingPunct="0"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5pPr>
            <a:lvl6pPr marL="2514600" indent="-228600" defTabSz="931863" eaLnBrk="0" fontAlgn="base" hangingPunct="0">
              <a:spcBef>
                <a:spcPct val="0"/>
              </a:spcBef>
              <a:spcAft>
                <a:spcPct val="25000"/>
              </a:spcAft>
              <a:buClr>
                <a:schemeClr val="tx1"/>
              </a:buClr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6pPr>
            <a:lvl7pPr marL="2971800" indent="-228600" defTabSz="931863" eaLnBrk="0" fontAlgn="base" hangingPunct="0">
              <a:spcBef>
                <a:spcPct val="0"/>
              </a:spcBef>
              <a:spcAft>
                <a:spcPct val="25000"/>
              </a:spcAft>
              <a:buClr>
                <a:schemeClr val="tx1"/>
              </a:buClr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7pPr>
            <a:lvl8pPr marL="3429000" indent="-228600" defTabSz="931863" eaLnBrk="0" fontAlgn="base" hangingPunct="0">
              <a:spcBef>
                <a:spcPct val="0"/>
              </a:spcBef>
              <a:spcAft>
                <a:spcPct val="25000"/>
              </a:spcAft>
              <a:buClr>
                <a:schemeClr val="tx1"/>
              </a:buClr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8pPr>
            <a:lvl9pPr marL="3886200" indent="-228600" defTabSz="931863" eaLnBrk="0" fontAlgn="base" hangingPunct="0">
              <a:spcBef>
                <a:spcPct val="0"/>
              </a:spcBef>
              <a:spcAft>
                <a:spcPct val="25000"/>
              </a:spcAft>
              <a:buClr>
                <a:schemeClr val="tx1"/>
              </a:buClr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9pPr>
          </a:lstStyle>
          <a:p>
            <a:pPr eaLnBrk="1" hangingPunct="1"/>
            <a:fld id="{30BA13A0-E57D-4848-B7B1-B30A22A203D7}" type="slidenum">
              <a:rPr lang="en-US" altLang="en-US" sz="1200">
                <a:solidFill>
                  <a:schemeClr val="tx1"/>
                </a:solidFill>
                <a:latin typeface="Calibri" panose="020F0502020204030204" pitchFamily="34" charset="0"/>
              </a:rPr>
              <a:pPr eaLnBrk="1" hangingPunct="1"/>
              <a:t>58</a:t>
            </a:fld>
            <a:endParaRPr lang="en-US" altLang="en-US" sz="1200" dirty="0">
              <a:solidFill>
                <a:schemeClr val="tx1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7029972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434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46435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 smtClean="0"/>
          </a:p>
        </p:txBody>
      </p:sp>
      <p:sp>
        <p:nvSpPr>
          <p:cNvPr id="146436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1863" eaLnBrk="0" hangingPunct="0"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1pPr>
            <a:lvl2pPr marL="742950" indent="-285750" defTabSz="931863" eaLnBrk="0" hangingPunct="0"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2pPr>
            <a:lvl3pPr marL="1143000" indent="-228600" defTabSz="931863" eaLnBrk="0" hangingPunct="0"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3pPr>
            <a:lvl4pPr marL="1600200" indent="-228600" defTabSz="931863" eaLnBrk="0" hangingPunct="0"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4pPr>
            <a:lvl5pPr marL="2057400" indent="-228600" defTabSz="931863" eaLnBrk="0" hangingPunct="0"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5pPr>
            <a:lvl6pPr marL="2514600" indent="-228600" defTabSz="931863" eaLnBrk="0" fontAlgn="base" hangingPunct="0">
              <a:spcBef>
                <a:spcPct val="0"/>
              </a:spcBef>
              <a:spcAft>
                <a:spcPct val="25000"/>
              </a:spcAft>
              <a:buClr>
                <a:schemeClr val="tx1"/>
              </a:buClr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6pPr>
            <a:lvl7pPr marL="2971800" indent="-228600" defTabSz="931863" eaLnBrk="0" fontAlgn="base" hangingPunct="0">
              <a:spcBef>
                <a:spcPct val="0"/>
              </a:spcBef>
              <a:spcAft>
                <a:spcPct val="25000"/>
              </a:spcAft>
              <a:buClr>
                <a:schemeClr val="tx1"/>
              </a:buClr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7pPr>
            <a:lvl8pPr marL="3429000" indent="-228600" defTabSz="931863" eaLnBrk="0" fontAlgn="base" hangingPunct="0">
              <a:spcBef>
                <a:spcPct val="0"/>
              </a:spcBef>
              <a:spcAft>
                <a:spcPct val="25000"/>
              </a:spcAft>
              <a:buClr>
                <a:schemeClr val="tx1"/>
              </a:buClr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8pPr>
            <a:lvl9pPr marL="3886200" indent="-228600" defTabSz="931863" eaLnBrk="0" fontAlgn="base" hangingPunct="0">
              <a:spcBef>
                <a:spcPct val="0"/>
              </a:spcBef>
              <a:spcAft>
                <a:spcPct val="25000"/>
              </a:spcAft>
              <a:buClr>
                <a:schemeClr val="tx1"/>
              </a:buClr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9pPr>
          </a:lstStyle>
          <a:p>
            <a:pPr eaLnBrk="1" hangingPunct="1"/>
            <a:fld id="{30BA13A0-E57D-4848-B7B1-B30A22A203D7}" type="slidenum">
              <a:rPr lang="en-US" altLang="en-US" sz="1200">
                <a:solidFill>
                  <a:schemeClr val="tx1"/>
                </a:solidFill>
                <a:latin typeface="Calibri" panose="020F0502020204030204" pitchFamily="34" charset="0"/>
              </a:rPr>
              <a:pPr eaLnBrk="1" hangingPunct="1"/>
              <a:t>59</a:t>
            </a:fld>
            <a:endParaRPr lang="en-US" altLang="en-US" sz="1200" dirty="0">
              <a:solidFill>
                <a:schemeClr val="tx1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92653514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458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47459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 smtClean="0"/>
          </a:p>
        </p:txBody>
      </p:sp>
      <p:sp>
        <p:nvSpPr>
          <p:cNvPr id="147460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1863" eaLnBrk="0" hangingPunct="0"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1pPr>
            <a:lvl2pPr marL="742950" indent="-285750" defTabSz="931863" eaLnBrk="0" hangingPunct="0"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2pPr>
            <a:lvl3pPr marL="1143000" indent="-228600" defTabSz="931863" eaLnBrk="0" hangingPunct="0"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3pPr>
            <a:lvl4pPr marL="1600200" indent="-228600" defTabSz="931863" eaLnBrk="0" hangingPunct="0"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4pPr>
            <a:lvl5pPr marL="2057400" indent="-228600" defTabSz="931863" eaLnBrk="0" hangingPunct="0"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5pPr>
            <a:lvl6pPr marL="2514600" indent="-228600" defTabSz="931863" eaLnBrk="0" fontAlgn="base" hangingPunct="0">
              <a:spcBef>
                <a:spcPct val="0"/>
              </a:spcBef>
              <a:spcAft>
                <a:spcPct val="25000"/>
              </a:spcAft>
              <a:buClr>
                <a:schemeClr val="tx1"/>
              </a:buClr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6pPr>
            <a:lvl7pPr marL="2971800" indent="-228600" defTabSz="931863" eaLnBrk="0" fontAlgn="base" hangingPunct="0">
              <a:spcBef>
                <a:spcPct val="0"/>
              </a:spcBef>
              <a:spcAft>
                <a:spcPct val="25000"/>
              </a:spcAft>
              <a:buClr>
                <a:schemeClr val="tx1"/>
              </a:buClr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7pPr>
            <a:lvl8pPr marL="3429000" indent="-228600" defTabSz="931863" eaLnBrk="0" fontAlgn="base" hangingPunct="0">
              <a:spcBef>
                <a:spcPct val="0"/>
              </a:spcBef>
              <a:spcAft>
                <a:spcPct val="25000"/>
              </a:spcAft>
              <a:buClr>
                <a:schemeClr val="tx1"/>
              </a:buClr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8pPr>
            <a:lvl9pPr marL="3886200" indent="-228600" defTabSz="931863" eaLnBrk="0" fontAlgn="base" hangingPunct="0">
              <a:spcBef>
                <a:spcPct val="0"/>
              </a:spcBef>
              <a:spcAft>
                <a:spcPct val="25000"/>
              </a:spcAft>
              <a:buClr>
                <a:schemeClr val="tx1"/>
              </a:buClr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9pPr>
          </a:lstStyle>
          <a:p>
            <a:pPr eaLnBrk="1" hangingPunct="1"/>
            <a:fld id="{9E569748-9021-471F-BE25-BA60C6130A69}" type="slidenum">
              <a:rPr lang="en-US" altLang="en-US" sz="1200">
                <a:solidFill>
                  <a:schemeClr val="tx1"/>
                </a:solidFill>
                <a:latin typeface="Calibri" panose="020F0502020204030204" pitchFamily="34" charset="0"/>
              </a:rPr>
              <a:pPr eaLnBrk="1" hangingPunct="1"/>
              <a:t>60</a:t>
            </a:fld>
            <a:endParaRPr lang="en-US" altLang="en-US" sz="1200" dirty="0">
              <a:solidFill>
                <a:schemeClr val="tx1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13046856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482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48483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 smtClean="0"/>
          </a:p>
        </p:txBody>
      </p:sp>
      <p:sp>
        <p:nvSpPr>
          <p:cNvPr id="148484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1863" eaLnBrk="0" hangingPunct="0"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1pPr>
            <a:lvl2pPr marL="742950" indent="-285750" defTabSz="931863" eaLnBrk="0" hangingPunct="0"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2pPr>
            <a:lvl3pPr marL="1143000" indent="-228600" defTabSz="931863" eaLnBrk="0" hangingPunct="0"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3pPr>
            <a:lvl4pPr marL="1600200" indent="-228600" defTabSz="931863" eaLnBrk="0" hangingPunct="0"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4pPr>
            <a:lvl5pPr marL="2057400" indent="-228600" defTabSz="931863" eaLnBrk="0" hangingPunct="0"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5pPr>
            <a:lvl6pPr marL="2514600" indent="-228600" defTabSz="931863" eaLnBrk="0" fontAlgn="base" hangingPunct="0">
              <a:spcBef>
                <a:spcPct val="0"/>
              </a:spcBef>
              <a:spcAft>
                <a:spcPct val="25000"/>
              </a:spcAft>
              <a:buClr>
                <a:schemeClr val="tx1"/>
              </a:buClr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6pPr>
            <a:lvl7pPr marL="2971800" indent="-228600" defTabSz="931863" eaLnBrk="0" fontAlgn="base" hangingPunct="0">
              <a:spcBef>
                <a:spcPct val="0"/>
              </a:spcBef>
              <a:spcAft>
                <a:spcPct val="25000"/>
              </a:spcAft>
              <a:buClr>
                <a:schemeClr val="tx1"/>
              </a:buClr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7pPr>
            <a:lvl8pPr marL="3429000" indent="-228600" defTabSz="931863" eaLnBrk="0" fontAlgn="base" hangingPunct="0">
              <a:spcBef>
                <a:spcPct val="0"/>
              </a:spcBef>
              <a:spcAft>
                <a:spcPct val="25000"/>
              </a:spcAft>
              <a:buClr>
                <a:schemeClr val="tx1"/>
              </a:buClr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8pPr>
            <a:lvl9pPr marL="3886200" indent="-228600" defTabSz="931863" eaLnBrk="0" fontAlgn="base" hangingPunct="0">
              <a:spcBef>
                <a:spcPct val="0"/>
              </a:spcBef>
              <a:spcAft>
                <a:spcPct val="25000"/>
              </a:spcAft>
              <a:buClr>
                <a:schemeClr val="tx1"/>
              </a:buClr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9pPr>
          </a:lstStyle>
          <a:p>
            <a:pPr eaLnBrk="1" hangingPunct="1"/>
            <a:fld id="{F033643A-CFB9-45D1-96D2-0D99E2007CE6}" type="slidenum">
              <a:rPr lang="en-US" altLang="en-US" sz="1200">
                <a:solidFill>
                  <a:schemeClr val="tx1"/>
                </a:solidFill>
                <a:latin typeface="Calibri" panose="020F0502020204030204" pitchFamily="34" charset="0"/>
              </a:rPr>
              <a:pPr eaLnBrk="1" hangingPunct="1"/>
              <a:t>63</a:t>
            </a:fld>
            <a:endParaRPr lang="en-US" altLang="en-US" sz="1200" dirty="0">
              <a:solidFill>
                <a:schemeClr val="tx1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87168819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506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49507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 smtClean="0"/>
          </a:p>
        </p:txBody>
      </p:sp>
      <p:sp>
        <p:nvSpPr>
          <p:cNvPr id="149508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1863" eaLnBrk="0" hangingPunct="0"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1pPr>
            <a:lvl2pPr marL="742950" indent="-285750" defTabSz="931863" eaLnBrk="0" hangingPunct="0"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2pPr>
            <a:lvl3pPr marL="1143000" indent="-228600" defTabSz="931863" eaLnBrk="0" hangingPunct="0"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3pPr>
            <a:lvl4pPr marL="1600200" indent="-228600" defTabSz="931863" eaLnBrk="0" hangingPunct="0"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4pPr>
            <a:lvl5pPr marL="2057400" indent="-228600" defTabSz="931863" eaLnBrk="0" hangingPunct="0"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5pPr>
            <a:lvl6pPr marL="2514600" indent="-228600" defTabSz="931863" eaLnBrk="0" fontAlgn="base" hangingPunct="0">
              <a:spcBef>
                <a:spcPct val="0"/>
              </a:spcBef>
              <a:spcAft>
                <a:spcPct val="25000"/>
              </a:spcAft>
              <a:buClr>
                <a:schemeClr val="tx1"/>
              </a:buClr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6pPr>
            <a:lvl7pPr marL="2971800" indent="-228600" defTabSz="931863" eaLnBrk="0" fontAlgn="base" hangingPunct="0">
              <a:spcBef>
                <a:spcPct val="0"/>
              </a:spcBef>
              <a:spcAft>
                <a:spcPct val="25000"/>
              </a:spcAft>
              <a:buClr>
                <a:schemeClr val="tx1"/>
              </a:buClr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7pPr>
            <a:lvl8pPr marL="3429000" indent="-228600" defTabSz="931863" eaLnBrk="0" fontAlgn="base" hangingPunct="0">
              <a:spcBef>
                <a:spcPct val="0"/>
              </a:spcBef>
              <a:spcAft>
                <a:spcPct val="25000"/>
              </a:spcAft>
              <a:buClr>
                <a:schemeClr val="tx1"/>
              </a:buClr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8pPr>
            <a:lvl9pPr marL="3886200" indent="-228600" defTabSz="931863" eaLnBrk="0" fontAlgn="base" hangingPunct="0">
              <a:spcBef>
                <a:spcPct val="0"/>
              </a:spcBef>
              <a:spcAft>
                <a:spcPct val="25000"/>
              </a:spcAft>
              <a:buClr>
                <a:schemeClr val="tx1"/>
              </a:buClr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9pPr>
          </a:lstStyle>
          <a:p>
            <a:pPr eaLnBrk="1" hangingPunct="1"/>
            <a:fld id="{0A87D687-F3A2-46F0-B98C-F834CA1F0217}" type="slidenum">
              <a:rPr lang="en-US" altLang="en-US" sz="1200">
                <a:solidFill>
                  <a:schemeClr val="tx1"/>
                </a:solidFill>
                <a:latin typeface="Calibri" panose="020F0502020204030204" pitchFamily="34" charset="0"/>
              </a:rPr>
              <a:pPr eaLnBrk="1" hangingPunct="1"/>
              <a:t>64</a:t>
            </a:fld>
            <a:endParaRPr lang="en-US" altLang="en-US" sz="1200" dirty="0">
              <a:solidFill>
                <a:schemeClr val="tx1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96040819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530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50531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 smtClean="0"/>
          </a:p>
        </p:txBody>
      </p:sp>
      <p:sp>
        <p:nvSpPr>
          <p:cNvPr id="150532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1863" eaLnBrk="0" hangingPunct="0"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1pPr>
            <a:lvl2pPr marL="742950" indent="-285750" defTabSz="931863" eaLnBrk="0" hangingPunct="0"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2pPr>
            <a:lvl3pPr marL="1143000" indent="-228600" defTabSz="931863" eaLnBrk="0" hangingPunct="0"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3pPr>
            <a:lvl4pPr marL="1600200" indent="-228600" defTabSz="931863" eaLnBrk="0" hangingPunct="0"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4pPr>
            <a:lvl5pPr marL="2057400" indent="-228600" defTabSz="931863" eaLnBrk="0" hangingPunct="0"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5pPr>
            <a:lvl6pPr marL="2514600" indent="-228600" defTabSz="931863" eaLnBrk="0" fontAlgn="base" hangingPunct="0">
              <a:spcBef>
                <a:spcPct val="0"/>
              </a:spcBef>
              <a:spcAft>
                <a:spcPct val="25000"/>
              </a:spcAft>
              <a:buClr>
                <a:schemeClr val="tx1"/>
              </a:buClr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6pPr>
            <a:lvl7pPr marL="2971800" indent="-228600" defTabSz="931863" eaLnBrk="0" fontAlgn="base" hangingPunct="0">
              <a:spcBef>
                <a:spcPct val="0"/>
              </a:spcBef>
              <a:spcAft>
                <a:spcPct val="25000"/>
              </a:spcAft>
              <a:buClr>
                <a:schemeClr val="tx1"/>
              </a:buClr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7pPr>
            <a:lvl8pPr marL="3429000" indent="-228600" defTabSz="931863" eaLnBrk="0" fontAlgn="base" hangingPunct="0">
              <a:spcBef>
                <a:spcPct val="0"/>
              </a:spcBef>
              <a:spcAft>
                <a:spcPct val="25000"/>
              </a:spcAft>
              <a:buClr>
                <a:schemeClr val="tx1"/>
              </a:buClr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8pPr>
            <a:lvl9pPr marL="3886200" indent="-228600" defTabSz="931863" eaLnBrk="0" fontAlgn="base" hangingPunct="0">
              <a:spcBef>
                <a:spcPct val="0"/>
              </a:spcBef>
              <a:spcAft>
                <a:spcPct val="25000"/>
              </a:spcAft>
              <a:buClr>
                <a:schemeClr val="tx1"/>
              </a:buClr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9pPr>
          </a:lstStyle>
          <a:p>
            <a:pPr eaLnBrk="1" hangingPunct="1"/>
            <a:fld id="{45A67D32-05E3-481F-AC73-4DF2853199D4}" type="slidenum">
              <a:rPr lang="en-US" altLang="en-US" sz="1200">
                <a:solidFill>
                  <a:schemeClr val="tx1"/>
                </a:solidFill>
                <a:latin typeface="Calibri" panose="020F0502020204030204" pitchFamily="34" charset="0"/>
              </a:rPr>
              <a:pPr eaLnBrk="1" hangingPunct="1"/>
              <a:t>68</a:t>
            </a:fld>
            <a:endParaRPr lang="en-US" altLang="en-US" sz="1200" dirty="0">
              <a:solidFill>
                <a:schemeClr val="tx1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39355823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530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50531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 smtClean="0"/>
          </a:p>
        </p:txBody>
      </p:sp>
      <p:sp>
        <p:nvSpPr>
          <p:cNvPr id="150532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1863" eaLnBrk="0" hangingPunct="0"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1pPr>
            <a:lvl2pPr marL="742950" indent="-285750" defTabSz="931863" eaLnBrk="0" hangingPunct="0"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2pPr>
            <a:lvl3pPr marL="1143000" indent="-228600" defTabSz="931863" eaLnBrk="0" hangingPunct="0"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3pPr>
            <a:lvl4pPr marL="1600200" indent="-228600" defTabSz="931863" eaLnBrk="0" hangingPunct="0"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4pPr>
            <a:lvl5pPr marL="2057400" indent="-228600" defTabSz="931863" eaLnBrk="0" hangingPunct="0"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5pPr>
            <a:lvl6pPr marL="2514600" indent="-228600" defTabSz="931863" eaLnBrk="0" fontAlgn="base" hangingPunct="0">
              <a:spcBef>
                <a:spcPct val="0"/>
              </a:spcBef>
              <a:spcAft>
                <a:spcPct val="25000"/>
              </a:spcAft>
              <a:buClr>
                <a:schemeClr val="tx1"/>
              </a:buClr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6pPr>
            <a:lvl7pPr marL="2971800" indent="-228600" defTabSz="931863" eaLnBrk="0" fontAlgn="base" hangingPunct="0">
              <a:spcBef>
                <a:spcPct val="0"/>
              </a:spcBef>
              <a:spcAft>
                <a:spcPct val="25000"/>
              </a:spcAft>
              <a:buClr>
                <a:schemeClr val="tx1"/>
              </a:buClr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7pPr>
            <a:lvl8pPr marL="3429000" indent="-228600" defTabSz="931863" eaLnBrk="0" fontAlgn="base" hangingPunct="0">
              <a:spcBef>
                <a:spcPct val="0"/>
              </a:spcBef>
              <a:spcAft>
                <a:spcPct val="25000"/>
              </a:spcAft>
              <a:buClr>
                <a:schemeClr val="tx1"/>
              </a:buClr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8pPr>
            <a:lvl9pPr marL="3886200" indent="-228600" defTabSz="931863" eaLnBrk="0" fontAlgn="base" hangingPunct="0">
              <a:spcBef>
                <a:spcPct val="0"/>
              </a:spcBef>
              <a:spcAft>
                <a:spcPct val="25000"/>
              </a:spcAft>
              <a:buClr>
                <a:schemeClr val="tx1"/>
              </a:buClr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9pPr>
          </a:lstStyle>
          <a:p>
            <a:pPr eaLnBrk="1" hangingPunct="1"/>
            <a:fld id="{45A67D32-05E3-481F-AC73-4DF2853199D4}" type="slidenum">
              <a:rPr lang="en-US" altLang="en-US" sz="1200">
                <a:solidFill>
                  <a:schemeClr val="tx1"/>
                </a:solidFill>
                <a:latin typeface="Calibri" panose="020F0502020204030204" pitchFamily="34" charset="0"/>
              </a:rPr>
              <a:pPr eaLnBrk="1" hangingPunct="1"/>
              <a:t>69</a:t>
            </a:fld>
            <a:endParaRPr lang="en-US" altLang="en-US" sz="1200" dirty="0">
              <a:solidFill>
                <a:schemeClr val="tx1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2235023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554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51555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 smtClean="0"/>
          </a:p>
        </p:txBody>
      </p:sp>
      <p:sp>
        <p:nvSpPr>
          <p:cNvPr id="151556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1863" eaLnBrk="0" hangingPunct="0"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1pPr>
            <a:lvl2pPr marL="742950" indent="-285750" defTabSz="931863" eaLnBrk="0" hangingPunct="0"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2pPr>
            <a:lvl3pPr marL="1143000" indent="-228600" defTabSz="931863" eaLnBrk="0" hangingPunct="0"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3pPr>
            <a:lvl4pPr marL="1600200" indent="-228600" defTabSz="931863" eaLnBrk="0" hangingPunct="0"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4pPr>
            <a:lvl5pPr marL="2057400" indent="-228600" defTabSz="931863" eaLnBrk="0" hangingPunct="0"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5pPr>
            <a:lvl6pPr marL="2514600" indent="-228600" defTabSz="931863" eaLnBrk="0" fontAlgn="base" hangingPunct="0">
              <a:spcBef>
                <a:spcPct val="0"/>
              </a:spcBef>
              <a:spcAft>
                <a:spcPct val="25000"/>
              </a:spcAft>
              <a:buClr>
                <a:schemeClr val="tx1"/>
              </a:buClr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6pPr>
            <a:lvl7pPr marL="2971800" indent="-228600" defTabSz="931863" eaLnBrk="0" fontAlgn="base" hangingPunct="0">
              <a:spcBef>
                <a:spcPct val="0"/>
              </a:spcBef>
              <a:spcAft>
                <a:spcPct val="25000"/>
              </a:spcAft>
              <a:buClr>
                <a:schemeClr val="tx1"/>
              </a:buClr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7pPr>
            <a:lvl8pPr marL="3429000" indent="-228600" defTabSz="931863" eaLnBrk="0" fontAlgn="base" hangingPunct="0">
              <a:spcBef>
                <a:spcPct val="0"/>
              </a:spcBef>
              <a:spcAft>
                <a:spcPct val="25000"/>
              </a:spcAft>
              <a:buClr>
                <a:schemeClr val="tx1"/>
              </a:buClr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8pPr>
            <a:lvl9pPr marL="3886200" indent="-228600" defTabSz="931863" eaLnBrk="0" fontAlgn="base" hangingPunct="0">
              <a:spcBef>
                <a:spcPct val="0"/>
              </a:spcBef>
              <a:spcAft>
                <a:spcPct val="25000"/>
              </a:spcAft>
              <a:buClr>
                <a:schemeClr val="tx1"/>
              </a:buClr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9pPr>
          </a:lstStyle>
          <a:p>
            <a:pPr eaLnBrk="1" hangingPunct="1"/>
            <a:fld id="{A39F6AF4-AF1C-4383-AF04-44D60C1C099A}" type="slidenum">
              <a:rPr lang="en-US" altLang="en-US" sz="1200">
                <a:solidFill>
                  <a:schemeClr val="tx1"/>
                </a:solidFill>
                <a:latin typeface="Calibri" panose="020F0502020204030204" pitchFamily="34" charset="0"/>
              </a:rPr>
              <a:pPr eaLnBrk="1" hangingPunct="1"/>
              <a:t>70</a:t>
            </a:fld>
            <a:endParaRPr lang="en-US" altLang="en-US" sz="1200" dirty="0">
              <a:solidFill>
                <a:schemeClr val="tx1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39505097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578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52579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 smtClean="0"/>
          </a:p>
        </p:txBody>
      </p:sp>
      <p:sp>
        <p:nvSpPr>
          <p:cNvPr id="152580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1863" eaLnBrk="0" hangingPunct="0"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1pPr>
            <a:lvl2pPr marL="742950" indent="-285750" defTabSz="931863" eaLnBrk="0" hangingPunct="0"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2pPr>
            <a:lvl3pPr marL="1143000" indent="-228600" defTabSz="931863" eaLnBrk="0" hangingPunct="0"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3pPr>
            <a:lvl4pPr marL="1600200" indent="-228600" defTabSz="931863" eaLnBrk="0" hangingPunct="0"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4pPr>
            <a:lvl5pPr marL="2057400" indent="-228600" defTabSz="931863" eaLnBrk="0" hangingPunct="0"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5pPr>
            <a:lvl6pPr marL="2514600" indent="-228600" defTabSz="931863" eaLnBrk="0" fontAlgn="base" hangingPunct="0">
              <a:spcBef>
                <a:spcPct val="0"/>
              </a:spcBef>
              <a:spcAft>
                <a:spcPct val="25000"/>
              </a:spcAft>
              <a:buClr>
                <a:schemeClr val="tx1"/>
              </a:buClr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6pPr>
            <a:lvl7pPr marL="2971800" indent="-228600" defTabSz="931863" eaLnBrk="0" fontAlgn="base" hangingPunct="0">
              <a:spcBef>
                <a:spcPct val="0"/>
              </a:spcBef>
              <a:spcAft>
                <a:spcPct val="25000"/>
              </a:spcAft>
              <a:buClr>
                <a:schemeClr val="tx1"/>
              </a:buClr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7pPr>
            <a:lvl8pPr marL="3429000" indent="-228600" defTabSz="931863" eaLnBrk="0" fontAlgn="base" hangingPunct="0">
              <a:spcBef>
                <a:spcPct val="0"/>
              </a:spcBef>
              <a:spcAft>
                <a:spcPct val="25000"/>
              </a:spcAft>
              <a:buClr>
                <a:schemeClr val="tx1"/>
              </a:buClr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8pPr>
            <a:lvl9pPr marL="3886200" indent="-228600" defTabSz="931863" eaLnBrk="0" fontAlgn="base" hangingPunct="0">
              <a:spcBef>
                <a:spcPct val="0"/>
              </a:spcBef>
              <a:spcAft>
                <a:spcPct val="25000"/>
              </a:spcAft>
              <a:buClr>
                <a:schemeClr val="tx1"/>
              </a:buClr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9pPr>
          </a:lstStyle>
          <a:p>
            <a:pPr eaLnBrk="1" hangingPunct="1"/>
            <a:fld id="{3DD9DCA2-3ABF-4B68-8330-C2761B7DFB54}" type="slidenum">
              <a:rPr lang="en-US" altLang="en-US" sz="1200">
                <a:solidFill>
                  <a:schemeClr val="tx1"/>
                </a:solidFill>
                <a:latin typeface="Calibri" panose="020F0502020204030204" pitchFamily="34" charset="0"/>
              </a:rPr>
              <a:pPr eaLnBrk="1" hangingPunct="1"/>
              <a:t>72</a:t>
            </a:fld>
            <a:endParaRPr lang="en-US" altLang="en-US" sz="1200" dirty="0">
              <a:solidFill>
                <a:schemeClr val="tx1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64353872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02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53603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 smtClean="0"/>
          </a:p>
        </p:txBody>
      </p:sp>
      <p:sp>
        <p:nvSpPr>
          <p:cNvPr id="153604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1863" eaLnBrk="0" hangingPunct="0"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1pPr>
            <a:lvl2pPr marL="742950" indent="-285750" defTabSz="931863" eaLnBrk="0" hangingPunct="0"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2pPr>
            <a:lvl3pPr marL="1143000" indent="-228600" defTabSz="931863" eaLnBrk="0" hangingPunct="0"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3pPr>
            <a:lvl4pPr marL="1600200" indent="-228600" defTabSz="931863" eaLnBrk="0" hangingPunct="0"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4pPr>
            <a:lvl5pPr marL="2057400" indent="-228600" defTabSz="931863" eaLnBrk="0" hangingPunct="0"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5pPr>
            <a:lvl6pPr marL="2514600" indent="-228600" defTabSz="931863" eaLnBrk="0" fontAlgn="base" hangingPunct="0">
              <a:spcBef>
                <a:spcPct val="0"/>
              </a:spcBef>
              <a:spcAft>
                <a:spcPct val="25000"/>
              </a:spcAft>
              <a:buClr>
                <a:schemeClr val="tx1"/>
              </a:buClr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6pPr>
            <a:lvl7pPr marL="2971800" indent="-228600" defTabSz="931863" eaLnBrk="0" fontAlgn="base" hangingPunct="0">
              <a:spcBef>
                <a:spcPct val="0"/>
              </a:spcBef>
              <a:spcAft>
                <a:spcPct val="25000"/>
              </a:spcAft>
              <a:buClr>
                <a:schemeClr val="tx1"/>
              </a:buClr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7pPr>
            <a:lvl8pPr marL="3429000" indent="-228600" defTabSz="931863" eaLnBrk="0" fontAlgn="base" hangingPunct="0">
              <a:spcBef>
                <a:spcPct val="0"/>
              </a:spcBef>
              <a:spcAft>
                <a:spcPct val="25000"/>
              </a:spcAft>
              <a:buClr>
                <a:schemeClr val="tx1"/>
              </a:buClr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8pPr>
            <a:lvl9pPr marL="3886200" indent="-228600" defTabSz="931863" eaLnBrk="0" fontAlgn="base" hangingPunct="0">
              <a:spcBef>
                <a:spcPct val="0"/>
              </a:spcBef>
              <a:spcAft>
                <a:spcPct val="25000"/>
              </a:spcAft>
              <a:buClr>
                <a:schemeClr val="tx1"/>
              </a:buClr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9pPr>
          </a:lstStyle>
          <a:p>
            <a:pPr eaLnBrk="1" hangingPunct="1"/>
            <a:fld id="{14EEE297-52C1-4B5D-BAB8-38ACD25DE5BA}" type="slidenum">
              <a:rPr lang="en-US" altLang="en-US" sz="1200">
                <a:solidFill>
                  <a:schemeClr val="tx1"/>
                </a:solidFill>
                <a:latin typeface="Calibri" panose="020F0502020204030204" pitchFamily="34" charset="0"/>
              </a:rPr>
              <a:pPr eaLnBrk="1" hangingPunct="1"/>
              <a:t>73</a:t>
            </a:fld>
            <a:endParaRPr lang="en-US" altLang="en-US" sz="1200" dirty="0">
              <a:solidFill>
                <a:schemeClr val="tx1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19049719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626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54627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 smtClean="0"/>
          </a:p>
        </p:txBody>
      </p:sp>
      <p:sp>
        <p:nvSpPr>
          <p:cNvPr id="154628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1863" eaLnBrk="0" hangingPunct="0"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1pPr>
            <a:lvl2pPr marL="742950" indent="-285750" defTabSz="931863" eaLnBrk="0" hangingPunct="0"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2pPr>
            <a:lvl3pPr marL="1143000" indent="-228600" defTabSz="931863" eaLnBrk="0" hangingPunct="0"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3pPr>
            <a:lvl4pPr marL="1600200" indent="-228600" defTabSz="931863" eaLnBrk="0" hangingPunct="0"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4pPr>
            <a:lvl5pPr marL="2057400" indent="-228600" defTabSz="931863" eaLnBrk="0" hangingPunct="0"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5pPr>
            <a:lvl6pPr marL="2514600" indent="-228600" defTabSz="931863" eaLnBrk="0" fontAlgn="base" hangingPunct="0">
              <a:spcBef>
                <a:spcPct val="0"/>
              </a:spcBef>
              <a:spcAft>
                <a:spcPct val="25000"/>
              </a:spcAft>
              <a:buClr>
                <a:schemeClr val="tx1"/>
              </a:buClr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6pPr>
            <a:lvl7pPr marL="2971800" indent="-228600" defTabSz="931863" eaLnBrk="0" fontAlgn="base" hangingPunct="0">
              <a:spcBef>
                <a:spcPct val="0"/>
              </a:spcBef>
              <a:spcAft>
                <a:spcPct val="25000"/>
              </a:spcAft>
              <a:buClr>
                <a:schemeClr val="tx1"/>
              </a:buClr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7pPr>
            <a:lvl8pPr marL="3429000" indent="-228600" defTabSz="931863" eaLnBrk="0" fontAlgn="base" hangingPunct="0">
              <a:spcBef>
                <a:spcPct val="0"/>
              </a:spcBef>
              <a:spcAft>
                <a:spcPct val="25000"/>
              </a:spcAft>
              <a:buClr>
                <a:schemeClr val="tx1"/>
              </a:buClr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8pPr>
            <a:lvl9pPr marL="3886200" indent="-228600" defTabSz="931863" eaLnBrk="0" fontAlgn="base" hangingPunct="0">
              <a:spcBef>
                <a:spcPct val="0"/>
              </a:spcBef>
              <a:spcAft>
                <a:spcPct val="25000"/>
              </a:spcAft>
              <a:buClr>
                <a:schemeClr val="tx1"/>
              </a:buClr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9pPr>
          </a:lstStyle>
          <a:p>
            <a:pPr eaLnBrk="1" hangingPunct="1"/>
            <a:fld id="{7964FDB9-5F54-4568-B2C8-EAACCF3E51AA}" type="slidenum">
              <a:rPr lang="en-US" altLang="en-US" sz="1200">
                <a:solidFill>
                  <a:schemeClr val="tx1"/>
                </a:solidFill>
                <a:latin typeface="Calibri" panose="020F0502020204030204" pitchFamily="34" charset="0"/>
              </a:rPr>
              <a:pPr eaLnBrk="1" hangingPunct="1"/>
              <a:t>75</a:t>
            </a:fld>
            <a:endParaRPr lang="en-US" altLang="en-US" sz="1200" dirty="0">
              <a:solidFill>
                <a:schemeClr val="tx1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95111007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650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55651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 smtClean="0"/>
          </a:p>
        </p:txBody>
      </p:sp>
      <p:sp>
        <p:nvSpPr>
          <p:cNvPr id="155652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1863" eaLnBrk="0" hangingPunct="0"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1pPr>
            <a:lvl2pPr marL="742950" indent="-285750" defTabSz="931863" eaLnBrk="0" hangingPunct="0"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2pPr>
            <a:lvl3pPr marL="1143000" indent="-228600" defTabSz="931863" eaLnBrk="0" hangingPunct="0"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3pPr>
            <a:lvl4pPr marL="1600200" indent="-228600" defTabSz="931863" eaLnBrk="0" hangingPunct="0"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4pPr>
            <a:lvl5pPr marL="2057400" indent="-228600" defTabSz="931863" eaLnBrk="0" hangingPunct="0"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5pPr>
            <a:lvl6pPr marL="2514600" indent="-228600" defTabSz="931863" eaLnBrk="0" fontAlgn="base" hangingPunct="0">
              <a:spcBef>
                <a:spcPct val="0"/>
              </a:spcBef>
              <a:spcAft>
                <a:spcPct val="25000"/>
              </a:spcAft>
              <a:buClr>
                <a:schemeClr val="tx1"/>
              </a:buClr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6pPr>
            <a:lvl7pPr marL="2971800" indent="-228600" defTabSz="931863" eaLnBrk="0" fontAlgn="base" hangingPunct="0">
              <a:spcBef>
                <a:spcPct val="0"/>
              </a:spcBef>
              <a:spcAft>
                <a:spcPct val="25000"/>
              </a:spcAft>
              <a:buClr>
                <a:schemeClr val="tx1"/>
              </a:buClr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7pPr>
            <a:lvl8pPr marL="3429000" indent="-228600" defTabSz="931863" eaLnBrk="0" fontAlgn="base" hangingPunct="0">
              <a:spcBef>
                <a:spcPct val="0"/>
              </a:spcBef>
              <a:spcAft>
                <a:spcPct val="25000"/>
              </a:spcAft>
              <a:buClr>
                <a:schemeClr val="tx1"/>
              </a:buClr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8pPr>
            <a:lvl9pPr marL="3886200" indent="-228600" defTabSz="931863" eaLnBrk="0" fontAlgn="base" hangingPunct="0">
              <a:spcBef>
                <a:spcPct val="0"/>
              </a:spcBef>
              <a:spcAft>
                <a:spcPct val="25000"/>
              </a:spcAft>
              <a:buClr>
                <a:schemeClr val="tx1"/>
              </a:buClr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9pPr>
          </a:lstStyle>
          <a:p>
            <a:pPr eaLnBrk="1" hangingPunct="1"/>
            <a:fld id="{FBF2608F-49EB-4871-B3F6-77C7D2A781BF}" type="slidenum">
              <a:rPr lang="en-US" altLang="en-US" sz="1200">
                <a:solidFill>
                  <a:schemeClr val="tx1"/>
                </a:solidFill>
                <a:latin typeface="Calibri" panose="020F0502020204030204" pitchFamily="34" charset="0"/>
              </a:rPr>
              <a:pPr eaLnBrk="1" hangingPunct="1"/>
              <a:t>77</a:t>
            </a:fld>
            <a:endParaRPr lang="en-US" altLang="en-US" sz="1200" dirty="0">
              <a:solidFill>
                <a:schemeClr val="tx1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08186614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674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56675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 smtClean="0"/>
          </a:p>
        </p:txBody>
      </p:sp>
      <p:sp>
        <p:nvSpPr>
          <p:cNvPr id="156676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1863" eaLnBrk="0" hangingPunct="0"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1pPr>
            <a:lvl2pPr marL="742950" indent="-285750" defTabSz="931863" eaLnBrk="0" hangingPunct="0"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2pPr>
            <a:lvl3pPr marL="1143000" indent="-228600" defTabSz="931863" eaLnBrk="0" hangingPunct="0"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3pPr>
            <a:lvl4pPr marL="1600200" indent="-228600" defTabSz="931863" eaLnBrk="0" hangingPunct="0"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4pPr>
            <a:lvl5pPr marL="2057400" indent="-228600" defTabSz="931863" eaLnBrk="0" hangingPunct="0"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5pPr>
            <a:lvl6pPr marL="2514600" indent="-228600" defTabSz="931863" eaLnBrk="0" fontAlgn="base" hangingPunct="0">
              <a:spcBef>
                <a:spcPct val="0"/>
              </a:spcBef>
              <a:spcAft>
                <a:spcPct val="25000"/>
              </a:spcAft>
              <a:buClr>
                <a:schemeClr val="tx1"/>
              </a:buClr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6pPr>
            <a:lvl7pPr marL="2971800" indent="-228600" defTabSz="931863" eaLnBrk="0" fontAlgn="base" hangingPunct="0">
              <a:spcBef>
                <a:spcPct val="0"/>
              </a:spcBef>
              <a:spcAft>
                <a:spcPct val="25000"/>
              </a:spcAft>
              <a:buClr>
                <a:schemeClr val="tx1"/>
              </a:buClr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7pPr>
            <a:lvl8pPr marL="3429000" indent="-228600" defTabSz="931863" eaLnBrk="0" fontAlgn="base" hangingPunct="0">
              <a:spcBef>
                <a:spcPct val="0"/>
              </a:spcBef>
              <a:spcAft>
                <a:spcPct val="25000"/>
              </a:spcAft>
              <a:buClr>
                <a:schemeClr val="tx1"/>
              </a:buClr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8pPr>
            <a:lvl9pPr marL="3886200" indent="-228600" defTabSz="931863" eaLnBrk="0" fontAlgn="base" hangingPunct="0">
              <a:spcBef>
                <a:spcPct val="0"/>
              </a:spcBef>
              <a:spcAft>
                <a:spcPct val="25000"/>
              </a:spcAft>
              <a:buClr>
                <a:schemeClr val="tx1"/>
              </a:buClr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9pPr>
          </a:lstStyle>
          <a:p>
            <a:pPr eaLnBrk="1" hangingPunct="1"/>
            <a:fld id="{2240EBF7-64F3-439C-A43A-5E7291DB502A}" type="slidenum">
              <a:rPr lang="en-US" altLang="en-US" sz="1200">
                <a:solidFill>
                  <a:schemeClr val="tx1"/>
                </a:solidFill>
                <a:latin typeface="Calibri" panose="020F0502020204030204" pitchFamily="34" charset="0"/>
              </a:rPr>
              <a:pPr eaLnBrk="1" hangingPunct="1"/>
              <a:t>79</a:t>
            </a:fld>
            <a:endParaRPr lang="en-US" altLang="en-US" sz="1200" dirty="0">
              <a:solidFill>
                <a:schemeClr val="tx1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4597210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698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57699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 smtClean="0"/>
          </a:p>
        </p:txBody>
      </p:sp>
      <p:sp>
        <p:nvSpPr>
          <p:cNvPr id="157700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1863" eaLnBrk="0" hangingPunct="0"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1pPr>
            <a:lvl2pPr marL="742950" indent="-285750" defTabSz="931863" eaLnBrk="0" hangingPunct="0"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2pPr>
            <a:lvl3pPr marL="1143000" indent="-228600" defTabSz="931863" eaLnBrk="0" hangingPunct="0"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3pPr>
            <a:lvl4pPr marL="1600200" indent="-228600" defTabSz="931863" eaLnBrk="0" hangingPunct="0"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4pPr>
            <a:lvl5pPr marL="2057400" indent="-228600" defTabSz="931863" eaLnBrk="0" hangingPunct="0"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5pPr>
            <a:lvl6pPr marL="2514600" indent="-228600" defTabSz="931863" eaLnBrk="0" fontAlgn="base" hangingPunct="0">
              <a:spcBef>
                <a:spcPct val="0"/>
              </a:spcBef>
              <a:spcAft>
                <a:spcPct val="25000"/>
              </a:spcAft>
              <a:buClr>
                <a:schemeClr val="tx1"/>
              </a:buClr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6pPr>
            <a:lvl7pPr marL="2971800" indent="-228600" defTabSz="931863" eaLnBrk="0" fontAlgn="base" hangingPunct="0">
              <a:spcBef>
                <a:spcPct val="0"/>
              </a:spcBef>
              <a:spcAft>
                <a:spcPct val="25000"/>
              </a:spcAft>
              <a:buClr>
                <a:schemeClr val="tx1"/>
              </a:buClr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7pPr>
            <a:lvl8pPr marL="3429000" indent="-228600" defTabSz="931863" eaLnBrk="0" fontAlgn="base" hangingPunct="0">
              <a:spcBef>
                <a:spcPct val="0"/>
              </a:spcBef>
              <a:spcAft>
                <a:spcPct val="25000"/>
              </a:spcAft>
              <a:buClr>
                <a:schemeClr val="tx1"/>
              </a:buClr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8pPr>
            <a:lvl9pPr marL="3886200" indent="-228600" defTabSz="931863" eaLnBrk="0" fontAlgn="base" hangingPunct="0">
              <a:spcBef>
                <a:spcPct val="0"/>
              </a:spcBef>
              <a:spcAft>
                <a:spcPct val="25000"/>
              </a:spcAft>
              <a:buClr>
                <a:schemeClr val="tx1"/>
              </a:buClr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9pPr>
          </a:lstStyle>
          <a:p>
            <a:pPr eaLnBrk="1" hangingPunct="1"/>
            <a:fld id="{FF125778-7948-4695-B7A0-EBCC0187B7FE}" type="slidenum">
              <a:rPr lang="en-US" altLang="en-US" sz="1200">
                <a:solidFill>
                  <a:schemeClr val="tx1"/>
                </a:solidFill>
                <a:latin typeface="Calibri" panose="020F0502020204030204" pitchFamily="34" charset="0"/>
              </a:rPr>
              <a:pPr eaLnBrk="1" hangingPunct="1"/>
              <a:t>80</a:t>
            </a:fld>
            <a:endParaRPr lang="en-US" altLang="en-US" sz="1200" dirty="0">
              <a:solidFill>
                <a:schemeClr val="tx1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7343005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722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58723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 smtClean="0"/>
          </a:p>
        </p:txBody>
      </p:sp>
      <p:sp>
        <p:nvSpPr>
          <p:cNvPr id="158724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1863" eaLnBrk="0" hangingPunct="0"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1pPr>
            <a:lvl2pPr marL="742950" indent="-285750" defTabSz="931863" eaLnBrk="0" hangingPunct="0"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2pPr>
            <a:lvl3pPr marL="1143000" indent="-228600" defTabSz="931863" eaLnBrk="0" hangingPunct="0"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3pPr>
            <a:lvl4pPr marL="1600200" indent="-228600" defTabSz="931863" eaLnBrk="0" hangingPunct="0"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4pPr>
            <a:lvl5pPr marL="2057400" indent="-228600" defTabSz="931863" eaLnBrk="0" hangingPunct="0"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5pPr>
            <a:lvl6pPr marL="2514600" indent="-228600" defTabSz="931863" eaLnBrk="0" fontAlgn="base" hangingPunct="0">
              <a:spcBef>
                <a:spcPct val="0"/>
              </a:spcBef>
              <a:spcAft>
                <a:spcPct val="25000"/>
              </a:spcAft>
              <a:buClr>
                <a:schemeClr val="tx1"/>
              </a:buClr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6pPr>
            <a:lvl7pPr marL="2971800" indent="-228600" defTabSz="931863" eaLnBrk="0" fontAlgn="base" hangingPunct="0">
              <a:spcBef>
                <a:spcPct val="0"/>
              </a:spcBef>
              <a:spcAft>
                <a:spcPct val="25000"/>
              </a:spcAft>
              <a:buClr>
                <a:schemeClr val="tx1"/>
              </a:buClr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7pPr>
            <a:lvl8pPr marL="3429000" indent="-228600" defTabSz="931863" eaLnBrk="0" fontAlgn="base" hangingPunct="0">
              <a:spcBef>
                <a:spcPct val="0"/>
              </a:spcBef>
              <a:spcAft>
                <a:spcPct val="25000"/>
              </a:spcAft>
              <a:buClr>
                <a:schemeClr val="tx1"/>
              </a:buClr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8pPr>
            <a:lvl9pPr marL="3886200" indent="-228600" defTabSz="931863" eaLnBrk="0" fontAlgn="base" hangingPunct="0">
              <a:spcBef>
                <a:spcPct val="0"/>
              </a:spcBef>
              <a:spcAft>
                <a:spcPct val="25000"/>
              </a:spcAft>
              <a:buClr>
                <a:schemeClr val="tx1"/>
              </a:buClr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9pPr>
          </a:lstStyle>
          <a:p>
            <a:pPr eaLnBrk="1" hangingPunct="1"/>
            <a:fld id="{0A19B202-7B6A-4D2B-A1F8-DAE907B7D4B0}" type="slidenum">
              <a:rPr lang="en-US" altLang="en-US" sz="1200">
                <a:solidFill>
                  <a:schemeClr val="tx1"/>
                </a:solidFill>
                <a:latin typeface="Calibri" panose="020F0502020204030204" pitchFamily="34" charset="0"/>
              </a:rPr>
              <a:pPr eaLnBrk="1" hangingPunct="1"/>
              <a:t>82</a:t>
            </a:fld>
            <a:endParaRPr lang="en-US" altLang="en-US" sz="1200" dirty="0">
              <a:solidFill>
                <a:schemeClr val="tx1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93751585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746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59747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 smtClean="0"/>
          </a:p>
        </p:txBody>
      </p:sp>
      <p:sp>
        <p:nvSpPr>
          <p:cNvPr id="159748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1863" eaLnBrk="0" hangingPunct="0"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1pPr>
            <a:lvl2pPr marL="742950" indent="-285750" defTabSz="931863" eaLnBrk="0" hangingPunct="0"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2pPr>
            <a:lvl3pPr marL="1143000" indent="-228600" defTabSz="931863" eaLnBrk="0" hangingPunct="0"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3pPr>
            <a:lvl4pPr marL="1600200" indent="-228600" defTabSz="931863" eaLnBrk="0" hangingPunct="0"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4pPr>
            <a:lvl5pPr marL="2057400" indent="-228600" defTabSz="931863" eaLnBrk="0" hangingPunct="0"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5pPr>
            <a:lvl6pPr marL="2514600" indent="-228600" defTabSz="931863" eaLnBrk="0" fontAlgn="base" hangingPunct="0">
              <a:spcBef>
                <a:spcPct val="0"/>
              </a:spcBef>
              <a:spcAft>
                <a:spcPct val="25000"/>
              </a:spcAft>
              <a:buClr>
                <a:schemeClr val="tx1"/>
              </a:buClr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6pPr>
            <a:lvl7pPr marL="2971800" indent="-228600" defTabSz="931863" eaLnBrk="0" fontAlgn="base" hangingPunct="0">
              <a:spcBef>
                <a:spcPct val="0"/>
              </a:spcBef>
              <a:spcAft>
                <a:spcPct val="25000"/>
              </a:spcAft>
              <a:buClr>
                <a:schemeClr val="tx1"/>
              </a:buClr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7pPr>
            <a:lvl8pPr marL="3429000" indent="-228600" defTabSz="931863" eaLnBrk="0" fontAlgn="base" hangingPunct="0">
              <a:spcBef>
                <a:spcPct val="0"/>
              </a:spcBef>
              <a:spcAft>
                <a:spcPct val="25000"/>
              </a:spcAft>
              <a:buClr>
                <a:schemeClr val="tx1"/>
              </a:buClr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8pPr>
            <a:lvl9pPr marL="3886200" indent="-228600" defTabSz="931863" eaLnBrk="0" fontAlgn="base" hangingPunct="0">
              <a:spcBef>
                <a:spcPct val="0"/>
              </a:spcBef>
              <a:spcAft>
                <a:spcPct val="25000"/>
              </a:spcAft>
              <a:buClr>
                <a:schemeClr val="tx1"/>
              </a:buClr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9pPr>
          </a:lstStyle>
          <a:p>
            <a:pPr eaLnBrk="1" hangingPunct="1"/>
            <a:fld id="{B63AED2A-7463-4B70-9446-AD5CE9F21F57}" type="slidenum">
              <a:rPr lang="en-US" altLang="en-US" sz="1200">
                <a:solidFill>
                  <a:schemeClr val="tx1"/>
                </a:solidFill>
                <a:latin typeface="Calibri" panose="020F0502020204030204" pitchFamily="34" charset="0"/>
              </a:rPr>
              <a:pPr eaLnBrk="1" hangingPunct="1"/>
              <a:t>83</a:t>
            </a:fld>
            <a:endParaRPr lang="en-US" altLang="en-US" sz="1200" dirty="0">
              <a:solidFill>
                <a:schemeClr val="tx1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63784195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770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60771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 smtClean="0"/>
          </a:p>
        </p:txBody>
      </p:sp>
      <p:sp>
        <p:nvSpPr>
          <p:cNvPr id="160772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1863" eaLnBrk="0" hangingPunct="0"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1pPr>
            <a:lvl2pPr marL="742950" indent="-285750" defTabSz="931863" eaLnBrk="0" hangingPunct="0"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2pPr>
            <a:lvl3pPr marL="1143000" indent="-228600" defTabSz="931863" eaLnBrk="0" hangingPunct="0"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3pPr>
            <a:lvl4pPr marL="1600200" indent="-228600" defTabSz="931863" eaLnBrk="0" hangingPunct="0"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4pPr>
            <a:lvl5pPr marL="2057400" indent="-228600" defTabSz="931863" eaLnBrk="0" hangingPunct="0"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5pPr>
            <a:lvl6pPr marL="2514600" indent="-228600" defTabSz="931863" eaLnBrk="0" fontAlgn="base" hangingPunct="0">
              <a:spcBef>
                <a:spcPct val="0"/>
              </a:spcBef>
              <a:spcAft>
                <a:spcPct val="25000"/>
              </a:spcAft>
              <a:buClr>
                <a:schemeClr val="tx1"/>
              </a:buClr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6pPr>
            <a:lvl7pPr marL="2971800" indent="-228600" defTabSz="931863" eaLnBrk="0" fontAlgn="base" hangingPunct="0">
              <a:spcBef>
                <a:spcPct val="0"/>
              </a:spcBef>
              <a:spcAft>
                <a:spcPct val="25000"/>
              </a:spcAft>
              <a:buClr>
                <a:schemeClr val="tx1"/>
              </a:buClr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7pPr>
            <a:lvl8pPr marL="3429000" indent="-228600" defTabSz="931863" eaLnBrk="0" fontAlgn="base" hangingPunct="0">
              <a:spcBef>
                <a:spcPct val="0"/>
              </a:spcBef>
              <a:spcAft>
                <a:spcPct val="25000"/>
              </a:spcAft>
              <a:buClr>
                <a:schemeClr val="tx1"/>
              </a:buClr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8pPr>
            <a:lvl9pPr marL="3886200" indent="-228600" defTabSz="931863" eaLnBrk="0" fontAlgn="base" hangingPunct="0">
              <a:spcBef>
                <a:spcPct val="0"/>
              </a:spcBef>
              <a:spcAft>
                <a:spcPct val="25000"/>
              </a:spcAft>
              <a:buClr>
                <a:schemeClr val="tx1"/>
              </a:buClr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9pPr>
          </a:lstStyle>
          <a:p>
            <a:pPr eaLnBrk="1" hangingPunct="1"/>
            <a:fld id="{302A19DF-483F-42AA-A4AA-11739EA38BE3}" type="slidenum">
              <a:rPr lang="en-US" altLang="en-US" sz="1200">
                <a:solidFill>
                  <a:schemeClr val="tx1"/>
                </a:solidFill>
                <a:latin typeface="Calibri" panose="020F0502020204030204" pitchFamily="34" charset="0"/>
              </a:rPr>
              <a:pPr eaLnBrk="1" hangingPunct="1"/>
              <a:t>84</a:t>
            </a:fld>
            <a:endParaRPr lang="en-US" altLang="en-US" sz="1200" dirty="0">
              <a:solidFill>
                <a:schemeClr val="tx1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55530672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794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61795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 smtClean="0"/>
          </a:p>
        </p:txBody>
      </p:sp>
      <p:sp>
        <p:nvSpPr>
          <p:cNvPr id="161796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1863" eaLnBrk="0" hangingPunct="0"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1pPr>
            <a:lvl2pPr marL="742950" indent="-285750" defTabSz="931863" eaLnBrk="0" hangingPunct="0"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2pPr>
            <a:lvl3pPr marL="1143000" indent="-228600" defTabSz="931863" eaLnBrk="0" hangingPunct="0"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3pPr>
            <a:lvl4pPr marL="1600200" indent="-228600" defTabSz="931863" eaLnBrk="0" hangingPunct="0"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4pPr>
            <a:lvl5pPr marL="2057400" indent="-228600" defTabSz="931863" eaLnBrk="0" hangingPunct="0"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5pPr>
            <a:lvl6pPr marL="2514600" indent="-228600" defTabSz="931863" eaLnBrk="0" fontAlgn="base" hangingPunct="0">
              <a:spcBef>
                <a:spcPct val="0"/>
              </a:spcBef>
              <a:spcAft>
                <a:spcPct val="25000"/>
              </a:spcAft>
              <a:buClr>
                <a:schemeClr val="tx1"/>
              </a:buClr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6pPr>
            <a:lvl7pPr marL="2971800" indent="-228600" defTabSz="931863" eaLnBrk="0" fontAlgn="base" hangingPunct="0">
              <a:spcBef>
                <a:spcPct val="0"/>
              </a:spcBef>
              <a:spcAft>
                <a:spcPct val="25000"/>
              </a:spcAft>
              <a:buClr>
                <a:schemeClr val="tx1"/>
              </a:buClr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7pPr>
            <a:lvl8pPr marL="3429000" indent="-228600" defTabSz="931863" eaLnBrk="0" fontAlgn="base" hangingPunct="0">
              <a:spcBef>
                <a:spcPct val="0"/>
              </a:spcBef>
              <a:spcAft>
                <a:spcPct val="25000"/>
              </a:spcAft>
              <a:buClr>
                <a:schemeClr val="tx1"/>
              </a:buClr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8pPr>
            <a:lvl9pPr marL="3886200" indent="-228600" defTabSz="931863" eaLnBrk="0" fontAlgn="base" hangingPunct="0">
              <a:spcBef>
                <a:spcPct val="0"/>
              </a:spcBef>
              <a:spcAft>
                <a:spcPct val="25000"/>
              </a:spcAft>
              <a:buClr>
                <a:schemeClr val="tx1"/>
              </a:buClr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9pPr>
          </a:lstStyle>
          <a:p>
            <a:pPr eaLnBrk="1" hangingPunct="1"/>
            <a:fld id="{704FA3F3-8BA1-4F31-B74D-2A48C866A574}" type="slidenum">
              <a:rPr lang="en-US" altLang="en-US" sz="1200">
                <a:solidFill>
                  <a:schemeClr val="tx1"/>
                </a:solidFill>
                <a:latin typeface="Calibri" panose="020F0502020204030204" pitchFamily="34" charset="0"/>
              </a:rPr>
              <a:pPr eaLnBrk="1" hangingPunct="1"/>
              <a:t>87</a:t>
            </a:fld>
            <a:endParaRPr lang="en-US" altLang="en-US" sz="1200" dirty="0">
              <a:solidFill>
                <a:schemeClr val="tx1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99540529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818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62819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 smtClean="0"/>
          </a:p>
        </p:txBody>
      </p:sp>
      <p:sp>
        <p:nvSpPr>
          <p:cNvPr id="162820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1863" eaLnBrk="0" hangingPunct="0"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1pPr>
            <a:lvl2pPr marL="742950" indent="-285750" defTabSz="931863" eaLnBrk="0" hangingPunct="0"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2pPr>
            <a:lvl3pPr marL="1143000" indent="-228600" defTabSz="931863" eaLnBrk="0" hangingPunct="0"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3pPr>
            <a:lvl4pPr marL="1600200" indent="-228600" defTabSz="931863" eaLnBrk="0" hangingPunct="0"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4pPr>
            <a:lvl5pPr marL="2057400" indent="-228600" defTabSz="931863" eaLnBrk="0" hangingPunct="0"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5pPr>
            <a:lvl6pPr marL="2514600" indent="-228600" defTabSz="931863" eaLnBrk="0" fontAlgn="base" hangingPunct="0">
              <a:spcBef>
                <a:spcPct val="0"/>
              </a:spcBef>
              <a:spcAft>
                <a:spcPct val="25000"/>
              </a:spcAft>
              <a:buClr>
                <a:schemeClr val="tx1"/>
              </a:buClr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6pPr>
            <a:lvl7pPr marL="2971800" indent="-228600" defTabSz="931863" eaLnBrk="0" fontAlgn="base" hangingPunct="0">
              <a:spcBef>
                <a:spcPct val="0"/>
              </a:spcBef>
              <a:spcAft>
                <a:spcPct val="25000"/>
              </a:spcAft>
              <a:buClr>
                <a:schemeClr val="tx1"/>
              </a:buClr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7pPr>
            <a:lvl8pPr marL="3429000" indent="-228600" defTabSz="931863" eaLnBrk="0" fontAlgn="base" hangingPunct="0">
              <a:spcBef>
                <a:spcPct val="0"/>
              </a:spcBef>
              <a:spcAft>
                <a:spcPct val="25000"/>
              </a:spcAft>
              <a:buClr>
                <a:schemeClr val="tx1"/>
              </a:buClr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8pPr>
            <a:lvl9pPr marL="3886200" indent="-228600" defTabSz="931863" eaLnBrk="0" fontAlgn="base" hangingPunct="0">
              <a:spcBef>
                <a:spcPct val="0"/>
              </a:spcBef>
              <a:spcAft>
                <a:spcPct val="25000"/>
              </a:spcAft>
              <a:buClr>
                <a:schemeClr val="tx1"/>
              </a:buClr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9pPr>
          </a:lstStyle>
          <a:p>
            <a:pPr eaLnBrk="1" hangingPunct="1"/>
            <a:fld id="{D37A817F-7D2D-4B0D-B5A5-875D21B73A4B}" type="slidenum">
              <a:rPr lang="en-US" altLang="en-US" sz="1200">
                <a:solidFill>
                  <a:schemeClr val="tx1"/>
                </a:solidFill>
                <a:latin typeface="Calibri" panose="020F0502020204030204" pitchFamily="34" charset="0"/>
              </a:rPr>
              <a:pPr eaLnBrk="1" hangingPunct="1"/>
              <a:t>90</a:t>
            </a:fld>
            <a:endParaRPr lang="en-US" altLang="en-US" sz="1200" dirty="0">
              <a:solidFill>
                <a:schemeClr val="tx1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89707186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42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63843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 smtClean="0"/>
          </a:p>
        </p:txBody>
      </p:sp>
      <p:sp>
        <p:nvSpPr>
          <p:cNvPr id="163844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1863" eaLnBrk="0" hangingPunct="0"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1pPr>
            <a:lvl2pPr marL="742950" indent="-285750" defTabSz="931863" eaLnBrk="0" hangingPunct="0"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2pPr>
            <a:lvl3pPr marL="1143000" indent="-228600" defTabSz="931863" eaLnBrk="0" hangingPunct="0"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3pPr>
            <a:lvl4pPr marL="1600200" indent="-228600" defTabSz="931863" eaLnBrk="0" hangingPunct="0"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4pPr>
            <a:lvl5pPr marL="2057400" indent="-228600" defTabSz="931863" eaLnBrk="0" hangingPunct="0"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5pPr>
            <a:lvl6pPr marL="2514600" indent="-228600" defTabSz="931863" eaLnBrk="0" fontAlgn="base" hangingPunct="0">
              <a:spcBef>
                <a:spcPct val="0"/>
              </a:spcBef>
              <a:spcAft>
                <a:spcPct val="25000"/>
              </a:spcAft>
              <a:buClr>
                <a:schemeClr val="tx1"/>
              </a:buClr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6pPr>
            <a:lvl7pPr marL="2971800" indent="-228600" defTabSz="931863" eaLnBrk="0" fontAlgn="base" hangingPunct="0">
              <a:spcBef>
                <a:spcPct val="0"/>
              </a:spcBef>
              <a:spcAft>
                <a:spcPct val="25000"/>
              </a:spcAft>
              <a:buClr>
                <a:schemeClr val="tx1"/>
              </a:buClr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7pPr>
            <a:lvl8pPr marL="3429000" indent="-228600" defTabSz="931863" eaLnBrk="0" fontAlgn="base" hangingPunct="0">
              <a:spcBef>
                <a:spcPct val="0"/>
              </a:spcBef>
              <a:spcAft>
                <a:spcPct val="25000"/>
              </a:spcAft>
              <a:buClr>
                <a:schemeClr val="tx1"/>
              </a:buClr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8pPr>
            <a:lvl9pPr marL="3886200" indent="-228600" defTabSz="931863" eaLnBrk="0" fontAlgn="base" hangingPunct="0">
              <a:spcBef>
                <a:spcPct val="0"/>
              </a:spcBef>
              <a:spcAft>
                <a:spcPct val="25000"/>
              </a:spcAft>
              <a:buClr>
                <a:schemeClr val="tx1"/>
              </a:buClr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9pPr>
          </a:lstStyle>
          <a:p>
            <a:pPr eaLnBrk="1" hangingPunct="1"/>
            <a:fld id="{EB8BECE2-12D6-49DB-9165-1C60D40F38AB}" type="slidenum">
              <a:rPr lang="en-US" altLang="en-US" sz="1200">
                <a:solidFill>
                  <a:schemeClr val="tx1"/>
                </a:solidFill>
                <a:latin typeface="Calibri" panose="020F0502020204030204" pitchFamily="34" charset="0"/>
              </a:rPr>
              <a:pPr eaLnBrk="1" hangingPunct="1"/>
              <a:t>95</a:t>
            </a:fld>
            <a:endParaRPr lang="en-US" altLang="en-US" sz="1200" dirty="0">
              <a:solidFill>
                <a:schemeClr val="tx1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86388716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866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64867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 smtClean="0"/>
          </a:p>
        </p:txBody>
      </p:sp>
      <p:sp>
        <p:nvSpPr>
          <p:cNvPr id="164868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1863" eaLnBrk="0" hangingPunct="0"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1pPr>
            <a:lvl2pPr marL="742950" indent="-285750" defTabSz="931863" eaLnBrk="0" hangingPunct="0"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2pPr>
            <a:lvl3pPr marL="1143000" indent="-228600" defTabSz="931863" eaLnBrk="0" hangingPunct="0"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3pPr>
            <a:lvl4pPr marL="1600200" indent="-228600" defTabSz="931863" eaLnBrk="0" hangingPunct="0"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4pPr>
            <a:lvl5pPr marL="2057400" indent="-228600" defTabSz="931863" eaLnBrk="0" hangingPunct="0"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5pPr>
            <a:lvl6pPr marL="2514600" indent="-228600" defTabSz="931863" eaLnBrk="0" fontAlgn="base" hangingPunct="0">
              <a:spcBef>
                <a:spcPct val="0"/>
              </a:spcBef>
              <a:spcAft>
                <a:spcPct val="25000"/>
              </a:spcAft>
              <a:buClr>
                <a:schemeClr val="tx1"/>
              </a:buClr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6pPr>
            <a:lvl7pPr marL="2971800" indent="-228600" defTabSz="931863" eaLnBrk="0" fontAlgn="base" hangingPunct="0">
              <a:spcBef>
                <a:spcPct val="0"/>
              </a:spcBef>
              <a:spcAft>
                <a:spcPct val="25000"/>
              </a:spcAft>
              <a:buClr>
                <a:schemeClr val="tx1"/>
              </a:buClr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7pPr>
            <a:lvl8pPr marL="3429000" indent="-228600" defTabSz="931863" eaLnBrk="0" fontAlgn="base" hangingPunct="0">
              <a:spcBef>
                <a:spcPct val="0"/>
              </a:spcBef>
              <a:spcAft>
                <a:spcPct val="25000"/>
              </a:spcAft>
              <a:buClr>
                <a:schemeClr val="tx1"/>
              </a:buClr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8pPr>
            <a:lvl9pPr marL="3886200" indent="-228600" defTabSz="931863" eaLnBrk="0" fontAlgn="base" hangingPunct="0">
              <a:spcBef>
                <a:spcPct val="0"/>
              </a:spcBef>
              <a:spcAft>
                <a:spcPct val="25000"/>
              </a:spcAft>
              <a:buClr>
                <a:schemeClr val="tx1"/>
              </a:buClr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9pPr>
          </a:lstStyle>
          <a:p>
            <a:pPr eaLnBrk="1" hangingPunct="1"/>
            <a:fld id="{92D03A73-E619-4903-B3F0-AED6576AFF7C}" type="slidenum">
              <a:rPr lang="en-US" altLang="en-US" sz="1200">
                <a:solidFill>
                  <a:schemeClr val="tx1"/>
                </a:solidFill>
                <a:latin typeface="Calibri" panose="020F0502020204030204" pitchFamily="34" charset="0"/>
              </a:rPr>
              <a:pPr eaLnBrk="1" hangingPunct="1"/>
              <a:t>100</a:t>
            </a:fld>
            <a:endParaRPr lang="en-US" altLang="en-US" sz="1200" dirty="0">
              <a:solidFill>
                <a:schemeClr val="tx1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7289170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slideMaster" Target="../slideMasters/slideMaster1.xml"/><Relationship Id="rId1" Type="http://schemas.openxmlformats.org/officeDocument/2006/relationships/themeOverride" Target="../theme/themeOverride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slideMaster" Target="../slideMasters/slideMaster1.xml"/><Relationship Id="rId1" Type="http://schemas.openxmlformats.org/officeDocument/2006/relationships/themeOverride" Target="../theme/themeOverride2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slideMaster" Target="../slideMasters/slideMaster1.xml"/><Relationship Id="rId1" Type="http://schemas.openxmlformats.org/officeDocument/2006/relationships/themeOverride" Target="../theme/themeOverride3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slideMaster" Target="../slideMasters/slideMaster1.xml"/><Relationship Id="rId1" Type="http://schemas.openxmlformats.org/officeDocument/2006/relationships/themeOverride" Target="../theme/themeOverride4.xml"/><Relationship Id="rId4" Type="http://schemas.openxmlformats.org/officeDocument/2006/relationships/image" Target="../media/image1.jpeg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ight Triangle 3"/>
          <p:cNvSpPr/>
          <p:nvPr/>
        </p:nvSpPr>
        <p:spPr>
          <a:xfrm>
            <a:off x="0" y="4664075"/>
            <a:ext cx="12200467" cy="0"/>
          </a:xfrm>
          <a:prstGeom prst="rtTriangle">
            <a:avLst/>
          </a:prstGeom>
          <a:gradFill flip="none" rotWithShape="1">
            <a:gsLst>
              <a:gs pos="0">
                <a:schemeClr val="accent1">
                  <a:shade val="35000"/>
                  <a:satMod val="170000"/>
                  <a:alpha val="100000"/>
                </a:schemeClr>
              </a:gs>
              <a:gs pos="55000">
                <a:schemeClr val="accent1">
                  <a:tint val="90000"/>
                  <a:satMod val="150000"/>
                  <a:alpha val="100000"/>
                </a:schemeClr>
              </a:gs>
              <a:gs pos="100000">
                <a:schemeClr val="accent1">
                  <a:shade val="35000"/>
                  <a:satMod val="170000"/>
                  <a:alpha val="100000"/>
                </a:schemeClr>
              </a:gs>
            </a:gsLst>
            <a:lin ang="3000000" scaled="1"/>
            <a:tileRect/>
          </a:gradFill>
          <a:ln w="127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1800" dirty="0">
              <a:latin typeface="Cambria" panose="02040503050406030204" pitchFamily="18" charset="0"/>
            </a:endParaRPr>
          </a:p>
        </p:txBody>
      </p:sp>
      <p:grpSp>
        <p:nvGrpSpPr>
          <p:cNvPr id="5" name="Group 18"/>
          <p:cNvGrpSpPr>
            <a:grpSpLocks/>
          </p:cNvGrpSpPr>
          <p:nvPr/>
        </p:nvGrpSpPr>
        <p:grpSpPr bwMode="auto">
          <a:xfrm>
            <a:off x="-4233" y="4953000"/>
            <a:ext cx="12196233" cy="1911350"/>
            <a:chOff x="-3765" y="4832896"/>
            <a:chExt cx="9147765" cy="2032192"/>
          </a:xfrm>
        </p:grpSpPr>
        <p:sp>
          <p:nvSpPr>
            <p:cNvPr id="6" name="Freeform 5"/>
            <p:cNvSpPr>
              <a:spLocks/>
            </p:cNvSpPr>
            <p:nvPr/>
          </p:nvSpPr>
          <p:spPr bwMode="auto">
            <a:xfrm>
              <a:off x="1687032" y="4832896"/>
              <a:ext cx="7456968" cy="518176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4697" y="0"/>
                </a:cxn>
                <a:cxn ang="0">
                  <a:pos x="4697" y="367"/>
                </a:cxn>
                <a:cxn ang="0">
                  <a:pos x="0" y="218"/>
                </a:cxn>
                <a:cxn ang="0">
                  <a:pos x="4697" y="0"/>
                </a:cxn>
              </a:cxnLst>
              <a:rect l="0" t="0" r="0" b="0"/>
              <a:pathLst>
                <a:path w="4697" h="367">
                  <a:moveTo>
                    <a:pt x="4697" y="0"/>
                  </a:moveTo>
                  <a:lnTo>
                    <a:pt x="4697" y="367"/>
                  </a:lnTo>
                  <a:lnTo>
                    <a:pt x="0" y="218"/>
                  </a:lnTo>
                  <a:lnTo>
                    <a:pt x="4697" y="0"/>
                  </a:lnTo>
                  <a:close/>
                </a:path>
              </a:pathLst>
            </a:custGeom>
            <a:solidFill>
              <a:schemeClr val="accent1">
                <a:tint val="65000"/>
                <a:satMod val="115000"/>
                <a:alpha val="40000"/>
              </a:scheme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>
              <a:extLst/>
            </a:lstStyle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sz="1800" dirty="0">
                <a:latin typeface="Cambria" panose="02040503050406030204" pitchFamily="18" charset="0"/>
                <a:cs typeface="+mn-cs"/>
              </a:endParaRPr>
            </a:p>
          </p:txBody>
        </p:sp>
        <p:sp>
          <p:nvSpPr>
            <p:cNvPr id="7" name="Freeform 20"/>
            <p:cNvSpPr>
              <a:spLocks/>
            </p:cNvSpPr>
            <p:nvPr/>
          </p:nvSpPr>
          <p:spPr bwMode="auto">
            <a:xfrm>
              <a:off x="35926" y="5135025"/>
              <a:ext cx="9108074" cy="838869"/>
            </a:xfrm>
            <a:custGeom>
              <a:avLst/>
              <a:gdLst>
                <a:gd name="T0" fmla="*/ 0 w 5760"/>
                <a:gd name="T1" fmla="*/ 0 h 528"/>
                <a:gd name="T2" fmla="*/ 2147483647 w 5760"/>
                <a:gd name="T3" fmla="*/ 0 h 528"/>
                <a:gd name="T4" fmla="*/ 2147483647 w 5760"/>
                <a:gd name="T5" fmla="*/ 1332767423 h 528"/>
                <a:gd name="T6" fmla="*/ 120019431 w 5760"/>
                <a:gd name="T7" fmla="*/ 0 h 528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5760"/>
                <a:gd name="T13" fmla="*/ 0 h 528"/>
                <a:gd name="T14" fmla="*/ 5760 w 5760"/>
                <a:gd name="T15" fmla="*/ 528 h 528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5760" h="528">
                  <a:moveTo>
                    <a:pt x="0" y="0"/>
                  </a:moveTo>
                  <a:lnTo>
                    <a:pt x="5760" y="0"/>
                  </a:lnTo>
                  <a:lnTo>
                    <a:pt x="5760" y="528"/>
                  </a:lnTo>
                  <a:lnTo>
                    <a:pt x="48" y="0"/>
                  </a:lnTo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 cap="flat" cmpd="sng" algn="ctr">
                  <a:solidFill>
                    <a:srgbClr val="000000"/>
                  </a:solidFill>
                  <a:prstDash val="solid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en-US" sz="1800"/>
            </a:p>
          </p:txBody>
        </p:sp>
        <p:sp>
          <p:nvSpPr>
            <p:cNvPr id="8" name="Freeform 7"/>
            <p:cNvSpPr>
              <a:spLocks/>
            </p:cNvSpPr>
            <p:nvPr/>
          </p:nvSpPr>
          <p:spPr bwMode="auto">
            <a:xfrm>
              <a:off x="0" y="4883888"/>
              <a:ext cx="9144000" cy="1981200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0"/>
                </a:cxn>
                <a:cxn ang="0">
                  <a:pos x="0" y="1248"/>
                </a:cxn>
                <a:cxn ang="0">
                  <a:pos x="5760" y="1248"/>
                </a:cxn>
                <a:cxn ang="0">
                  <a:pos x="5760" y="528"/>
                </a:cxn>
                <a:cxn ang="0">
                  <a:pos x="0" y="0"/>
                </a:cxn>
              </a:cxnLst>
              <a:rect l="0" t="0" r="0" b="0"/>
              <a:pathLst>
                <a:path w="5760" h="1248">
                  <a:moveTo>
                    <a:pt x="0" y="0"/>
                  </a:moveTo>
                  <a:lnTo>
                    <a:pt x="0" y="1248"/>
                  </a:lnTo>
                  <a:lnTo>
                    <a:pt x="5760" y="1248"/>
                  </a:lnTo>
                  <a:lnTo>
                    <a:pt x="5760" y="52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 cstate="print">
                <a:alphaModFix amt="50000"/>
              </a:blip>
              <a:tile tx="0" ty="0" sx="50000" sy="50000" flip="none" algn="t"/>
            </a:blipFill>
            <a:ln w="12700" cap="rnd" cmpd="thickThin" algn="ctr">
              <a:noFill/>
              <a:prstDash val="solid"/>
            </a:ln>
            <a:effectLst>
              <a:fillOverlay blend="mult">
                <a:gradFill flip="none" rotWithShape="1">
                  <a:gsLst>
                    <a:gs pos="0">
                      <a:schemeClr val="accent1">
                        <a:shade val="20000"/>
                        <a:satMod val="176000"/>
                        <a:alpha val="100000"/>
                      </a:schemeClr>
                    </a:gs>
                    <a:gs pos="18000">
                      <a:schemeClr val="accent1">
                        <a:shade val="48000"/>
                        <a:satMod val="153000"/>
                        <a:alpha val="100000"/>
                      </a:schemeClr>
                    </a:gs>
                    <a:gs pos="43000">
                      <a:schemeClr val="accent1">
                        <a:tint val="86000"/>
                        <a:satMod val="149000"/>
                        <a:alpha val="100000"/>
                      </a:schemeClr>
                    </a:gs>
                    <a:gs pos="45000">
                      <a:schemeClr val="accent1">
                        <a:tint val="85000"/>
                        <a:satMod val="150000"/>
                        <a:alpha val="100000"/>
                      </a:schemeClr>
                    </a:gs>
                    <a:gs pos="50000">
                      <a:schemeClr val="accent1">
                        <a:tint val="86000"/>
                        <a:satMod val="149000"/>
                        <a:alpha val="100000"/>
                      </a:schemeClr>
                    </a:gs>
                    <a:gs pos="79000">
                      <a:schemeClr val="accent1">
                        <a:shade val="53000"/>
                        <a:satMod val="150000"/>
                        <a:alpha val="100000"/>
                      </a:schemeClr>
                    </a:gs>
                    <a:gs pos="100000">
                      <a:schemeClr val="accent1">
                        <a:shade val="25000"/>
                        <a:satMod val="170000"/>
                        <a:alpha val="100000"/>
                      </a:schemeClr>
                    </a:gs>
                  </a:gsLst>
                  <a:lin ang="450000" scaled="1"/>
                  <a:tileRect/>
                </a:gradFill>
              </a:fillOverlay>
            </a:effectLst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anchor="ctr"/>
            <a:lstStyle>
              <a:extLst/>
            </a:lstStyle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sz="1800" dirty="0">
                <a:latin typeface="Cambria" panose="02040503050406030204" pitchFamily="18" charset="0"/>
              </a:endParaRPr>
            </a:p>
          </p:txBody>
        </p:sp>
        <p:cxnSp>
          <p:nvCxnSpPr>
            <p:cNvPr id="10" name="Straight Connector 9"/>
            <p:cNvCxnSpPr/>
            <p:nvPr/>
          </p:nvCxnSpPr>
          <p:spPr>
            <a:xfrm>
              <a:off x="-3765" y="4880373"/>
              <a:ext cx="9147765" cy="839943"/>
            </a:xfrm>
            <a:prstGeom prst="line">
              <a:avLst/>
            </a:prstGeom>
            <a:noFill/>
            <a:ln w="12065" cap="flat" cmpd="sng" algn="ctr">
              <a:gradFill>
                <a:gsLst>
                  <a:gs pos="45000">
                    <a:schemeClr val="accent1">
                      <a:tint val="70000"/>
                      <a:satMod val="110000"/>
                    </a:schemeClr>
                  </a:gs>
                  <a:gs pos="15000">
                    <a:schemeClr val="accent1">
                      <a:shade val="40000"/>
                      <a:satMod val="110000"/>
                    </a:schemeClr>
                  </a:gs>
                </a:gsLst>
                <a:lin ang="5400000" scaled="1"/>
              </a:gradFill>
              <a:prstDash val="solid"/>
              <a:miter lim="800000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9" name="Title 8"/>
          <p:cNvSpPr>
            <a:spLocks noGrp="1"/>
          </p:cNvSpPr>
          <p:nvPr>
            <p:ph type="ctrTitle"/>
          </p:nvPr>
        </p:nvSpPr>
        <p:spPr>
          <a:xfrm>
            <a:off x="914400" y="1752602"/>
            <a:ext cx="10363200" cy="1829761"/>
          </a:xfrm>
        </p:spPr>
        <p:txBody>
          <a:bodyPr anchor="b"/>
          <a:lstStyle>
            <a:lvl1pPr algn="r">
              <a:defRPr sz="4800" b="1">
                <a:solidFill>
                  <a:schemeClr val="tx2"/>
                </a:solidFill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extLst/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17" name="Subtitle 16"/>
          <p:cNvSpPr>
            <a:spLocks noGrp="1"/>
          </p:cNvSpPr>
          <p:nvPr>
            <p:ph type="subTitle" idx="1"/>
          </p:nvPr>
        </p:nvSpPr>
        <p:spPr>
          <a:xfrm>
            <a:off x="914400" y="3611607"/>
            <a:ext cx="10363200" cy="1199704"/>
          </a:xfrm>
        </p:spPr>
        <p:txBody>
          <a:bodyPr lIns="45720" rIns="45720"/>
          <a:lstStyle>
            <a:lvl1pPr marL="0" marR="64008" indent="0" algn="r">
              <a:buNone/>
              <a:defRPr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  <a:extLst/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12" name="Date Placeholder 29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mtClean="0">
                <a:solidFill>
                  <a:srgbClr val="FFFFFF"/>
                </a:solidFill>
              </a:defRPr>
            </a:lvl1pPr>
            <a:extLst/>
          </a:lstStyle>
          <a:p>
            <a:fld id="{5FE9E27E-7E3F-4CAB-8412-F62ABD88DC07}" type="datetime1">
              <a:rPr lang="en-US" smtClean="0"/>
              <a:t>1/24/2017</a:t>
            </a:fld>
            <a:endParaRPr lang="en-US"/>
          </a:p>
        </p:txBody>
      </p:sp>
      <p:sp>
        <p:nvSpPr>
          <p:cNvPr id="13" name="Slide Number Placeholder 26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1DBF8278-E319-45C7-AF99-07BEA850FA7C}" type="slidenum">
              <a:rPr lang="en-US" smtClean="0"/>
              <a:t>‹#›</a:t>
            </a:fld>
            <a:endParaRPr lang="en-US"/>
          </a:p>
        </p:txBody>
      </p:sp>
      <p:sp>
        <p:nvSpPr>
          <p:cNvPr id="14" name="Footer Placeholder 18"/>
          <p:cNvSpPr>
            <a:spLocks noGrp="1"/>
          </p:cNvSpPr>
          <p:nvPr>
            <p:ph type="ftr" sz="quarter" idx="12"/>
          </p:nvPr>
        </p:nvSpPr>
        <p:spPr>
          <a:xfrm>
            <a:off x="3657600" y="6408739"/>
            <a:ext cx="5317067" cy="365125"/>
          </a:xfrm>
        </p:spPr>
        <p:txBody>
          <a:bodyPr/>
          <a:lstStyle>
            <a:lvl1pPr>
              <a:defRPr>
                <a:solidFill>
                  <a:schemeClr val="accent1">
                    <a:tint val="20000"/>
                  </a:schemeClr>
                </a:solidFill>
              </a:defRPr>
            </a:lvl1pPr>
            <a:extLst/>
          </a:lstStyle>
          <a:p>
            <a:r>
              <a:rPr lang="en-US" smtClean="0"/>
              <a:t>©1992-2017 by Pearson Education, Inc. All Rights Reserved.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814981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2pPr>
              <a:buFont typeface="Wingdings" pitchFamily="2" charset="2"/>
              <a:buChar char="§"/>
              <a:defRPr/>
            </a:lvl2pPr>
            <a:extLst/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extLst/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6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mtClean="0"/>
            </a:lvl1pPr>
            <a:extLst/>
          </a:lstStyle>
          <a:p>
            <a:fld id="{90943314-4480-4E86-ABE6-2E935EF0BB91}" type="datetime1">
              <a:rPr lang="en-US" smtClean="0"/>
              <a:t>1/24/2017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486400" y="6408739"/>
            <a:ext cx="3488267" cy="365125"/>
          </a:xfrm>
        </p:spPr>
        <p:txBody>
          <a:bodyPr/>
          <a:lstStyle>
            <a:lvl1pPr>
              <a:defRPr/>
            </a:lvl1pPr>
            <a:extLst/>
          </a:lstStyle>
          <a:p>
            <a:r>
              <a:rPr lang="en-US" smtClean="0"/>
              <a:t>©1992-2017 by Pearson Education, Inc. All Rights Reserved.</a:t>
            </a:r>
            <a:endParaRPr lang="en-US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DBF8278-E319-45C7-AF99-07BEA850FA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791856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Pr>
        <a:blipFill dpi="0" rotWithShape="0">
          <a:blip r:embed="rId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hevron 3"/>
          <p:cNvSpPr/>
          <p:nvPr/>
        </p:nvSpPr>
        <p:spPr>
          <a:xfrm>
            <a:off x="4849284" y="3005138"/>
            <a:ext cx="243416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1800" dirty="0">
              <a:latin typeface="Cambria" panose="02040503050406030204" pitchFamily="18" charset="0"/>
            </a:endParaRPr>
          </a:p>
        </p:txBody>
      </p:sp>
      <p:sp>
        <p:nvSpPr>
          <p:cNvPr id="5" name="Chevron 4"/>
          <p:cNvSpPr/>
          <p:nvPr/>
        </p:nvSpPr>
        <p:spPr>
          <a:xfrm>
            <a:off x="4599518" y="3005138"/>
            <a:ext cx="245533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1800" dirty="0">
              <a:latin typeface="Cambria" panose="02040503050406030204" pitchFamily="18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168" y="1059712"/>
            <a:ext cx="10363200" cy="1828800"/>
          </a:xfrm>
        </p:spPr>
        <p:txBody>
          <a:bodyPr anchor="b"/>
          <a:lstStyle>
            <a:lvl1pPr algn="r">
              <a:buNone/>
              <a:defRPr sz="4800" b="1" cap="none" baseline="0"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extLst/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230284" y="2931712"/>
            <a:ext cx="6096000" cy="1454888"/>
          </a:xfrm>
        </p:spPr>
        <p:txBody>
          <a:bodyPr/>
          <a:lstStyle>
            <a:lvl1pPr marL="0" indent="0" algn="l">
              <a:buNone/>
              <a:defRPr sz="2300">
                <a:solidFill>
                  <a:schemeClr val="tx1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extLst/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mtClean="0"/>
            </a:lvl1pPr>
            <a:extLst/>
          </a:lstStyle>
          <a:p>
            <a:fld id="{24FA36B0-7718-4F79-8213-87E424EB222A}" type="datetime1">
              <a:rPr lang="en-US" smtClean="0"/>
              <a:t>1/24/2017</a:t>
            </a:fld>
            <a:endParaRPr lang="en-US"/>
          </a:p>
        </p:txBody>
      </p:sp>
      <p:sp>
        <p:nvSpPr>
          <p:cNvPr id="7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  <a:extLst/>
          </a:lstStyle>
          <a:p>
            <a:r>
              <a:rPr lang="en-US" smtClean="0"/>
              <a:t>©1992-2017 by Pearson Education, Inc. All Rights Reserved.</a:t>
            </a:r>
            <a:endParaRPr lang="en-US"/>
          </a:p>
        </p:txBody>
      </p:sp>
      <p:sp>
        <p:nvSpPr>
          <p:cNvPr id="8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DBF8278-E319-45C7-AF99-07BEA850FA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700765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bg>
      <p:bgPr>
        <a:blipFill dpi="0" rotWithShape="0">
          <a:blip r:embed="rId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481329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481329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extLst/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mtClean="0"/>
            </a:lvl1pPr>
            <a:extLst/>
          </a:lstStyle>
          <a:p>
            <a:fld id="{7CC49D85-50E2-498A-8AE3-D91379DA7CDE}" type="datetime1">
              <a:rPr lang="en-US" smtClean="0"/>
              <a:t>1/24/2017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  <a:extLst/>
          </a:lstStyle>
          <a:p>
            <a:r>
              <a:rPr lang="en-US" smtClean="0"/>
              <a:t>©1992-2017 by Pearson Education, Inc. All Rights Reserved.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DBF8278-E319-45C7-AF99-07BEA850FA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772055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ison">
    <p:bg>
      <p:bgPr>
        <a:blipFill dpi="0" rotWithShape="0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3050"/>
            <a:ext cx="10972800" cy="1143000"/>
          </a:xfrm>
        </p:spPr>
        <p:txBody>
          <a:bodyPr/>
          <a:lstStyle>
            <a:lvl1pPr>
              <a:defRPr/>
            </a:lvl1pPr>
            <a:extLst/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5410200"/>
            <a:ext cx="5386917" cy="762000"/>
          </a:xfrm>
          <a:solidFill>
            <a:schemeClr val="accent1"/>
          </a:solidFill>
          <a:ln w="9652">
            <a:solidFill>
              <a:schemeClr val="accent1"/>
            </a:solidFill>
            <a:miter lim="800000"/>
          </a:ln>
        </p:spPr>
        <p:txBody>
          <a:bodyPr lIns="182880" anchor="ctr"/>
          <a:lstStyle>
            <a:lvl1pPr marL="0" indent="0">
              <a:buNone/>
              <a:defRPr sz="2400" b="0">
                <a:solidFill>
                  <a:schemeClr val="bg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6193369" y="5410200"/>
            <a:ext cx="5389033" cy="762000"/>
          </a:xfrm>
          <a:solidFill>
            <a:schemeClr val="accent1"/>
          </a:solidFill>
          <a:ln w="9652">
            <a:solidFill>
              <a:schemeClr val="accent1"/>
            </a:solidFill>
            <a:miter lim="800000"/>
          </a:ln>
        </p:spPr>
        <p:txBody>
          <a:bodyPr lIns="182880" anchor="ctr"/>
          <a:lstStyle>
            <a:lvl1pPr marL="0" indent="0">
              <a:buNone/>
              <a:defRPr sz="2400" b="0">
                <a:solidFill>
                  <a:schemeClr val="bg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2"/>
          </p:nvPr>
        </p:nvSpPr>
        <p:spPr>
          <a:xfrm>
            <a:off x="609600" y="1444295"/>
            <a:ext cx="5386917" cy="3941763"/>
          </a:xfrm>
          <a:ln>
            <a:noFill/>
            <a:prstDash val="sysDash"/>
            <a:miter lim="800000"/>
          </a:ln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extLst/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1444295"/>
            <a:ext cx="5389033" cy="3941763"/>
          </a:xfrm>
          <a:ln>
            <a:noFill/>
            <a:prstDash val="sysDash"/>
            <a:miter lim="800000"/>
          </a:ln>
        </p:spPr>
        <p:txBody>
          <a:bodyPr/>
          <a:lstStyle>
            <a:lvl1pPr>
              <a:spcBef>
                <a:spcPts val="0"/>
              </a:spcBef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extLst/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mtClean="0"/>
            </a:lvl1pPr>
            <a:extLst/>
          </a:lstStyle>
          <a:p>
            <a:fld id="{3CB4BEAE-8B79-4ED4-AE75-74F650C19CD3}" type="datetime1">
              <a:rPr lang="en-US" smtClean="0"/>
              <a:t>1/24/2017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  <a:extLst/>
          </a:lstStyle>
          <a:p>
            <a:r>
              <a:rPr lang="en-US" smtClean="0"/>
              <a:t>©1992-2017 by Pearson Education, Inc. All Rights Reserved.</a:t>
            </a:r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DBF8278-E319-45C7-AF99-07BEA850FA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265621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bg>
      <p:bgPr>
        <a:blipFill dpi="0" rotWithShape="0">
          <a:blip r:embed="rId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extLst/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mtClean="0"/>
            </a:lvl1pPr>
            <a:extLst/>
          </a:lstStyle>
          <a:p>
            <a:fld id="{CD6BD7DF-2E3A-4FDE-9E49-1BE1E1BCCF1C}" type="datetime1">
              <a:rPr lang="en-US" smtClean="0"/>
              <a:t>1/24/2017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  <a:extLst/>
          </a:lstStyle>
          <a:p>
            <a:r>
              <a:rPr lang="en-US" smtClean="0"/>
              <a:t>©1992-2017 by Pearson Education, Inc. All Rights Reserved.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DBF8278-E319-45C7-AF99-07BEA850FA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767048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9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BAAA0A9A-7935-4877-BD48-FC689020F6EB}" type="datetime1">
              <a:rPr lang="en-US" smtClean="0"/>
              <a:t>1/24/2017</a:t>
            </a:fld>
            <a:endParaRPr lang="en-US"/>
          </a:p>
        </p:txBody>
      </p:sp>
      <p:sp>
        <p:nvSpPr>
          <p:cNvPr id="3" name="Footer Placeholder 21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©1992-2017 by Pearson Education, Inc. All Rights Reserved.</a:t>
            </a:r>
            <a:endParaRPr lang="en-US"/>
          </a:p>
        </p:txBody>
      </p:sp>
      <p:sp>
        <p:nvSpPr>
          <p:cNvPr id="4" name="Slide Number Placeholder 1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DBF8278-E319-45C7-AF99-07BEA850FA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424563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bg>
      <p:bgPr>
        <a:blipFill dpi="0" rotWithShape="0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19200" y="4876800"/>
            <a:ext cx="9975701" cy="457200"/>
          </a:xfrm>
        </p:spPr>
        <p:txBody>
          <a:bodyPr anchor="t">
            <a:noAutofit/>
            <a:sp3d prstMaterial="softEdge">
              <a:bevelT w="0" h="0"/>
            </a:sp3d>
          </a:bodyPr>
          <a:lstStyle>
            <a:lvl1pPr algn="r">
              <a:buNone/>
              <a:defRPr sz="2500" b="0">
                <a:solidFill>
                  <a:schemeClr val="accent1"/>
                </a:solidFill>
                <a:effectLst/>
              </a:defRPr>
            </a:lvl1pPr>
            <a:extLst/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5892800" y="5355102"/>
            <a:ext cx="5299456" cy="914400"/>
          </a:xfrm>
        </p:spPr>
        <p:txBody>
          <a:bodyPr/>
          <a:lstStyle>
            <a:lvl1pPr marL="0" indent="0" algn="r">
              <a:buNone/>
              <a:defRPr sz="16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  <a:extLst/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1219200" y="274320"/>
            <a:ext cx="9973056" cy="457200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extLst/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mtClean="0"/>
            </a:lvl1pPr>
            <a:extLst/>
          </a:lstStyle>
          <a:p>
            <a:fld id="{F5EFBAB6-912C-4E39-A1B1-E516889C0268}" type="datetime1">
              <a:rPr lang="en-US" smtClean="0"/>
              <a:t>1/24/2017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  <a:extLst/>
          </a:lstStyle>
          <a:p>
            <a:r>
              <a:rPr lang="en-US" smtClean="0"/>
              <a:t>©1992-2017 by Pearson Education, Inc. All Rights Reserved.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DBF8278-E319-45C7-AF99-07BEA850FA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86612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bg>
      <p:bgPr>
        <a:blipFill dpi="0" rotWithShape="0">
          <a:blip r:embed="rId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reeform 4"/>
          <p:cNvSpPr>
            <a:spLocks/>
          </p:cNvSpPr>
          <p:nvPr/>
        </p:nvSpPr>
        <p:spPr bwMode="auto">
          <a:xfrm>
            <a:off x="666751" y="5945188"/>
            <a:ext cx="6587067" cy="92075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7485" h="337">
                <a:moveTo>
                  <a:pt x="0" y="2"/>
                </a:moveTo>
                <a:lnTo>
                  <a:pt x="7485" y="337"/>
                </a:lnTo>
                <a:lnTo>
                  <a:pt x="5558" y="337"/>
                </a:lnTo>
                <a:lnTo>
                  <a:pt x="1" y="0"/>
                </a:lnTo>
              </a:path>
            </a:pathLst>
          </a:custGeom>
          <a:solidFill>
            <a:schemeClr val="accent1">
              <a:tint val="65000"/>
              <a:satMod val="115000"/>
              <a:alpha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>
            <a:extLst/>
          </a:lstStyle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1800" dirty="0">
              <a:latin typeface="Cambria" panose="02040503050406030204" pitchFamily="18" charset="0"/>
              <a:cs typeface="+mn-cs"/>
            </a:endParaRPr>
          </a:p>
        </p:txBody>
      </p:sp>
      <p:sp>
        <p:nvSpPr>
          <p:cNvPr id="6" name="Freeform 18"/>
          <p:cNvSpPr>
            <a:spLocks/>
          </p:cNvSpPr>
          <p:nvPr/>
        </p:nvSpPr>
        <p:spPr bwMode="auto">
          <a:xfrm>
            <a:off x="647700" y="5938838"/>
            <a:ext cx="4921251" cy="933450"/>
          </a:xfrm>
          <a:custGeom>
            <a:avLst/>
            <a:gdLst>
              <a:gd name="T0" fmla="*/ 0 w 5591"/>
              <a:gd name="T1" fmla="*/ 0 h 588"/>
              <a:gd name="T2" fmla="*/ 2147483647 w 5591"/>
              <a:gd name="T3" fmla="*/ 0 h 588"/>
              <a:gd name="T4" fmla="*/ 2147483647 w 5591"/>
              <a:gd name="T5" fmla="*/ 1330642500 h 588"/>
              <a:gd name="T6" fmla="*/ 20919056 w 5591"/>
              <a:gd name="T7" fmla="*/ 0 h 588"/>
              <a:gd name="T8" fmla="*/ 0 60000 65536"/>
              <a:gd name="T9" fmla="*/ 0 60000 65536"/>
              <a:gd name="T10" fmla="*/ 0 60000 65536"/>
              <a:gd name="T11" fmla="*/ 0 60000 65536"/>
              <a:gd name="T12" fmla="*/ 0 w 5591"/>
              <a:gd name="T13" fmla="*/ 0 h 588"/>
              <a:gd name="T14" fmla="*/ 5591 w 5591"/>
              <a:gd name="T15" fmla="*/ 588 h 588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5591" h="588">
                <a:moveTo>
                  <a:pt x="0" y="0"/>
                </a:moveTo>
                <a:lnTo>
                  <a:pt x="5591" y="585"/>
                </a:lnTo>
                <a:lnTo>
                  <a:pt x="4415" y="588"/>
                </a:lnTo>
                <a:lnTo>
                  <a:pt x="12" y="4"/>
                </a:lnTo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 cap="flat" cmpd="sng" algn="ctr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</a:extLst>
        </p:spPr>
        <p:txBody>
          <a:bodyPr/>
          <a:lstStyle/>
          <a:p>
            <a:endParaRPr lang="en-US" sz="1800"/>
          </a:p>
        </p:txBody>
      </p:sp>
      <p:sp>
        <p:nvSpPr>
          <p:cNvPr id="7" name="Right Triangle 6"/>
          <p:cNvSpPr>
            <a:spLocks/>
          </p:cNvSpPr>
          <p:nvPr/>
        </p:nvSpPr>
        <p:spPr bwMode="auto">
          <a:xfrm>
            <a:off x="-8056" y="5791253"/>
            <a:ext cx="4536419" cy="1080868"/>
          </a:xfrm>
          <a:prstGeom prst="rtTriangle">
            <a:avLst/>
          </a:prstGeom>
          <a:blipFill>
            <a:blip r:embed="rId4" cstate="print">
              <a:alphaModFix amt="50000"/>
            </a:blip>
            <a:tile tx="0" ty="0" sx="50000" sy="50000" flip="none" algn="t"/>
          </a:blipFill>
          <a:ln w="12700" cap="rnd" cmpd="thickThin" algn="ctr">
            <a:noFill/>
            <a:prstDash val="solid"/>
          </a:ln>
          <a:effectLst>
            <a:fillOverlay blend="mult">
              <a:gradFill flip="none" rotWithShape="1">
                <a:gsLst>
                  <a:gs pos="0">
                    <a:schemeClr val="accent1">
                      <a:shade val="20000"/>
                      <a:satMod val="176000"/>
                      <a:alpha val="100000"/>
                    </a:schemeClr>
                  </a:gs>
                  <a:gs pos="18000">
                    <a:schemeClr val="accent1">
                      <a:shade val="48000"/>
                      <a:satMod val="153000"/>
                      <a:alpha val="100000"/>
                    </a:schemeClr>
                  </a:gs>
                  <a:gs pos="43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45000">
                    <a:schemeClr val="accent1">
                      <a:tint val="85000"/>
                      <a:satMod val="150000"/>
                      <a:alpha val="100000"/>
                    </a:schemeClr>
                  </a:gs>
                  <a:gs pos="50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79000">
                    <a:schemeClr val="accent1">
                      <a:shade val="53000"/>
                      <a:satMod val="150000"/>
                      <a:alpha val="100000"/>
                    </a:schemeClr>
                  </a:gs>
                  <a:gs pos="100000">
                    <a:schemeClr val="accent1">
                      <a:shade val="25000"/>
                      <a:satMod val="170000"/>
                      <a:alpha val="100000"/>
                    </a:schemeClr>
                  </a:gs>
                </a:gsLst>
                <a:lin ang="450000" scaled="1"/>
                <a:tileRect/>
              </a:gradFill>
            </a:fillOverlay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1800" dirty="0">
              <a:latin typeface="Cambria" panose="02040503050406030204" pitchFamily="18" charset="0"/>
            </a:endParaRPr>
          </a:p>
        </p:txBody>
      </p:sp>
      <p:cxnSp>
        <p:nvCxnSpPr>
          <p:cNvPr id="8" name="Straight Connector 7"/>
          <p:cNvCxnSpPr/>
          <p:nvPr/>
        </p:nvCxnSpPr>
        <p:spPr>
          <a:xfrm>
            <a:off x="-12316" y="5787739"/>
            <a:ext cx="4540679" cy="1084383"/>
          </a:xfrm>
          <a:prstGeom prst="line">
            <a:avLst/>
          </a:prstGeom>
          <a:noFill/>
          <a:ln w="12065" cap="flat" cmpd="sng" algn="ctr">
            <a:gradFill>
              <a:gsLst>
                <a:gs pos="45000">
                  <a:schemeClr val="accent1">
                    <a:tint val="70000"/>
                    <a:satMod val="110000"/>
                  </a:schemeClr>
                </a:gs>
                <a:gs pos="15000">
                  <a:schemeClr val="accent1">
                    <a:shade val="40000"/>
                    <a:satMod val="110000"/>
                  </a:schemeClr>
                </a:gs>
              </a:gsLst>
              <a:lin ang="5400000" scaled="1"/>
            </a:gradFill>
            <a:prstDash val="solid"/>
            <a:miter lim="800000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Chevron 8"/>
          <p:cNvSpPr/>
          <p:nvPr/>
        </p:nvSpPr>
        <p:spPr>
          <a:xfrm>
            <a:off x="11552768" y="4987925"/>
            <a:ext cx="243417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1800" dirty="0">
              <a:latin typeface="Cambria" panose="02040503050406030204" pitchFamily="18" charset="0"/>
            </a:endParaRPr>
          </a:p>
        </p:txBody>
      </p:sp>
      <p:sp>
        <p:nvSpPr>
          <p:cNvPr id="10" name="Chevron 9"/>
          <p:cNvSpPr/>
          <p:nvPr/>
        </p:nvSpPr>
        <p:spPr>
          <a:xfrm>
            <a:off x="11303001" y="4987925"/>
            <a:ext cx="243417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1800" dirty="0">
              <a:latin typeface="Cambria" panose="02040503050406030204" pitchFamily="18" charset="0"/>
            </a:endParaRP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521643" y="5443402"/>
            <a:ext cx="9550400" cy="648232"/>
          </a:xfrm>
          <a:noFill/>
        </p:spPr>
        <p:txBody>
          <a:bodyPr tIns="0"/>
          <a:lstStyle>
            <a:lvl1pPr marL="0" marR="18288" indent="0" algn="r">
              <a:buNone/>
              <a:defRPr sz="14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  <a:extLst/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04800" y="189968"/>
            <a:ext cx="11582400" cy="4389120"/>
          </a:xfrm>
          <a:prstGeom prst="rect">
            <a:avLst/>
          </a:prstGeom>
          <a:solidFill>
            <a:schemeClr val="bg2"/>
          </a:solidFill>
          <a:ln>
            <a:solidFill>
              <a:schemeClr val="bg1"/>
            </a:solidFill>
          </a:ln>
          <a:effectLst>
            <a:innerShdw blurRad="95250">
              <a:srgbClr val="000000"/>
            </a:innerShdw>
          </a:effectLst>
        </p:spPr>
        <p:txBody>
          <a:bodyPr>
            <a:normAutofit/>
          </a:bodyPr>
          <a:lstStyle>
            <a:lvl1pPr marL="0" indent="0">
              <a:buNone/>
              <a:defRPr sz="3200"/>
            </a:lvl1pPr>
            <a:extLst/>
          </a:lstStyle>
          <a:p>
            <a:pPr lvl="0"/>
            <a:r>
              <a:rPr lang="en-US" noProof="0" smtClean="0"/>
              <a:t>Click icon to add picture</a:t>
            </a:r>
            <a:endParaRPr lang="en-US" noProof="0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4800" y="4865122"/>
            <a:ext cx="10767243" cy="562672"/>
          </a:xfrm>
          <a:noFill/>
        </p:spPr>
        <p:txBody>
          <a:bodyPr anchor="t">
            <a:sp3d prstMaterial="softEdge"/>
          </a:bodyPr>
          <a:lstStyle>
            <a:lvl1pPr marR="0" algn="r">
              <a:buNone/>
              <a:defRPr sz="3000" b="0">
                <a:solidFill>
                  <a:schemeClr val="accent1"/>
                </a:solidFill>
                <a:effectLst>
                  <a:outerShdw blurRad="50800" dist="25000" dir="5400000" algn="t" rotWithShape="0">
                    <a:prstClr val="black">
                      <a:alpha val="45000"/>
                    </a:prstClr>
                  </a:outerShdw>
                </a:effectLst>
              </a:defRPr>
            </a:lvl1pPr>
            <a:extLst/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11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mtClean="0">
                <a:solidFill>
                  <a:schemeClr val="tx1"/>
                </a:solidFill>
              </a:defRPr>
            </a:lvl1pPr>
            <a:extLst/>
          </a:lstStyle>
          <a:p>
            <a:fld id="{FB3614C5-5725-4FDB-81FA-8682F3AB9A11}" type="datetime1">
              <a:rPr lang="en-US" smtClean="0"/>
              <a:t>1/24/2017</a:t>
            </a:fld>
            <a:endParaRPr lang="en-US"/>
          </a:p>
        </p:txBody>
      </p:sp>
      <p:sp>
        <p:nvSpPr>
          <p:cNvPr id="12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839884" y="6408739"/>
            <a:ext cx="3134783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extLst/>
          </a:lstStyle>
          <a:p>
            <a:r>
              <a:rPr lang="en-US" smtClean="0"/>
              <a:t>©1992-2017 by Pearson Education, Inc. All Rights Reserved.</a:t>
            </a:r>
            <a:endParaRPr lang="en-US"/>
          </a:p>
        </p:txBody>
      </p:sp>
      <p:sp>
        <p:nvSpPr>
          <p:cNvPr id="13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DBF8278-E319-45C7-AF99-07BEA850FA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652597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extLst/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1481330"/>
            <a:ext cx="10972800" cy="4386071"/>
          </a:xfrm>
        </p:spPr>
        <p:txBody>
          <a:bodyPr vert="eaVert"/>
          <a:lstStyle>
            <a:extLst/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9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03D97861-D847-4946-A4D6-773B74BDE0CA}" type="datetime1">
              <a:rPr lang="en-US" smtClean="0"/>
              <a:t>1/24/2017</a:t>
            </a:fld>
            <a:endParaRPr lang="en-US"/>
          </a:p>
        </p:txBody>
      </p:sp>
      <p:sp>
        <p:nvSpPr>
          <p:cNvPr id="5" name="Footer Placeholder 21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©1992-2017 by Pearson Education, Inc. All Rights Reserved.</a:t>
            </a:r>
            <a:endParaRPr lang="en-US"/>
          </a:p>
        </p:txBody>
      </p:sp>
      <p:sp>
        <p:nvSpPr>
          <p:cNvPr id="6" name="Slide Number Placeholder 1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DBF8278-E319-45C7-AF99-07BEA850FA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640108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125351" y="274641"/>
            <a:ext cx="2369960" cy="5592761"/>
          </a:xfrm>
        </p:spPr>
        <p:txBody>
          <a:bodyPr vert="eaVert"/>
          <a:lstStyle>
            <a:extLst/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41"/>
            <a:ext cx="8432800" cy="5592760"/>
          </a:xfrm>
        </p:spPr>
        <p:txBody>
          <a:bodyPr vert="eaVert"/>
          <a:lstStyle>
            <a:extLst/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9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F80989DB-DCE0-426D-965B-B36983A3D6DC}" type="datetime1">
              <a:rPr lang="en-US" smtClean="0"/>
              <a:t>1/24/2017</a:t>
            </a:fld>
            <a:endParaRPr lang="en-US"/>
          </a:p>
        </p:txBody>
      </p:sp>
      <p:sp>
        <p:nvSpPr>
          <p:cNvPr id="5" name="Footer Placeholder 21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©1992-2017 by Pearson Education, Inc. All Rights Reserved.</a:t>
            </a:r>
            <a:endParaRPr lang="en-US"/>
          </a:p>
        </p:txBody>
      </p:sp>
      <p:sp>
        <p:nvSpPr>
          <p:cNvPr id="6" name="Slide Number Placeholder 1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DBF8278-E319-45C7-AF99-07BEA850FA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166011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36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Footer Placeholder 21"/>
          <p:cNvSpPr>
            <a:spLocks noGrp="1"/>
          </p:cNvSpPr>
          <p:nvPr>
            <p:ph type="ftr" sz="quarter" idx="11"/>
          </p:nvPr>
        </p:nvSpPr>
        <p:spPr>
          <a:xfrm>
            <a:off x="4488296" y="6408739"/>
            <a:ext cx="7044267" cy="365125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©1992-2017 by Pearson Education, Inc. All Rights Reserved.</a:t>
            </a:r>
            <a:endParaRPr lang="en-US"/>
          </a:p>
        </p:txBody>
      </p:sp>
      <p:sp>
        <p:nvSpPr>
          <p:cNvPr id="6" name="Slide Number Placeholder 1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DBF8278-E319-45C7-AF99-07BEA850FA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208949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Freeform 12"/>
          <p:cNvSpPr>
            <a:spLocks/>
          </p:cNvSpPr>
          <p:nvPr/>
        </p:nvSpPr>
        <p:spPr bwMode="auto">
          <a:xfrm>
            <a:off x="666751" y="5945188"/>
            <a:ext cx="6587067" cy="92075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7485" h="337">
                <a:moveTo>
                  <a:pt x="0" y="2"/>
                </a:moveTo>
                <a:lnTo>
                  <a:pt x="7485" y="337"/>
                </a:lnTo>
                <a:lnTo>
                  <a:pt x="5558" y="337"/>
                </a:lnTo>
                <a:lnTo>
                  <a:pt x="1" y="0"/>
                </a:lnTo>
              </a:path>
            </a:pathLst>
          </a:custGeom>
          <a:solidFill>
            <a:schemeClr val="accent1">
              <a:tint val="65000"/>
              <a:satMod val="115000"/>
              <a:alpha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>
            <a:extLst/>
          </a:lstStyle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1800" dirty="0">
              <a:latin typeface="Cambria" panose="02040503050406030204" pitchFamily="18" charset="0"/>
              <a:cs typeface="+mn-cs"/>
            </a:endParaRPr>
          </a:p>
        </p:txBody>
      </p:sp>
      <p:sp>
        <p:nvSpPr>
          <p:cNvPr id="1027" name="Freeform 11"/>
          <p:cNvSpPr>
            <a:spLocks/>
          </p:cNvSpPr>
          <p:nvPr/>
        </p:nvSpPr>
        <p:spPr bwMode="auto">
          <a:xfrm>
            <a:off x="647700" y="5938838"/>
            <a:ext cx="4921251" cy="933450"/>
          </a:xfrm>
          <a:custGeom>
            <a:avLst/>
            <a:gdLst>
              <a:gd name="T0" fmla="*/ 0 w 5591"/>
              <a:gd name="T1" fmla="*/ 0 h 588"/>
              <a:gd name="T2" fmla="*/ 2147483647 w 5591"/>
              <a:gd name="T3" fmla="*/ 0 h 588"/>
              <a:gd name="T4" fmla="*/ 2147483647 w 5591"/>
              <a:gd name="T5" fmla="*/ 1330642500 h 588"/>
              <a:gd name="T6" fmla="*/ 20919056 w 5591"/>
              <a:gd name="T7" fmla="*/ 0 h 588"/>
              <a:gd name="T8" fmla="*/ 0 60000 65536"/>
              <a:gd name="T9" fmla="*/ 0 60000 65536"/>
              <a:gd name="T10" fmla="*/ 0 60000 65536"/>
              <a:gd name="T11" fmla="*/ 0 60000 65536"/>
              <a:gd name="T12" fmla="*/ 0 w 5591"/>
              <a:gd name="T13" fmla="*/ 0 h 588"/>
              <a:gd name="T14" fmla="*/ 5591 w 5591"/>
              <a:gd name="T15" fmla="*/ 588 h 588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5591" h="588">
                <a:moveTo>
                  <a:pt x="0" y="0"/>
                </a:moveTo>
                <a:lnTo>
                  <a:pt x="5591" y="585"/>
                </a:lnTo>
                <a:lnTo>
                  <a:pt x="4415" y="588"/>
                </a:lnTo>
                <a:lnTo>
                  <a:pt x="12" y="4"/>
                </a:lnTo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 cap="flat" cmpd="sng" algn="ctr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</a:extLst>
        </p:spPr>
        <p:txBody>
          <a:bodyPr/>
          <a:lstStyle/>
          <a:p>
            <a:endParaRPr lang="en-US" sz="1800"/>
          </a:p>
        </p:txBody>
      </p:sp>
      <p:sp>
        <p:nvSpPr>
          <p:cNvPr id="14" name="Right Triangle 13"/>
          <p:cNvSpPr>
            <a:spLocks/>
          </p:cNvSpPr>
          <p:nvPr/>
        </p:nvSpPr>
        <p:spPr bwMode="auto">
          <a:xfrm>
            <a:off x="-8056" y="5791253"/>
            <a:ext cx="4536419" cy="1080868"/>
          </a:xfrm>
          <a:prstGeom prst="rtTriangle">
            <a:avLst/>
          </a:prstGeom>
          <a:blipFill>
            <a:blip r:embed="rId14" cstate="print">
              <a:alphaModFix amt="50000"/>
            </a:blip>
            <a:tile tx="0" ty="0" sx="50000" sy="50000" flip="none" algn="t"/>
          </a:blipFill>
          <a:ln w="12700" cap="rnd" cmpd="thickThin" algn="ctr">
            <a:noFill/>
            <a:prstDash val="solid"/>
          </a:ln>
          <a:effectLst>
            <a:fillOverlay blend="mult">
              <a:gradFill flip="none" rotWithShape="1">
                <a:gsLst>
                  <a:gs pos="0">
                    <a:schemeClr val="accent1">
                      <a:shade val="20000"/>
                      <a:satMod val="176000"/>
                      <a:alpha val="100000"/>
                    </a:schemeClr>
                  </a:gs>
                  <a:gs pos="18000">
                    <a:schemeClr val="accent1">
                      <a:shade val="48000"/>
                      <a:satMod val="153000"/>
                      <a:alpha val="100000"/>
                    </a:schemeClr>
                  </a:gs>
                  <a:gs pos="43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45000">
                    <a:schemeClr val="accent1">
                      <a:tint val="85000"/>
                      <a:satMod val="150000"/>
                      <a:alpha val="100000"/>
                    </a:schemeClr>
                  </a:gs>
                  <a:gs pos="50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79000">
                    <a:schemeClr val="accent1">
                      <a:shade val="53000"/>
                      <a:satMod val="150000"/>
                      <a:alpha val="100000"/>
                    </a:schemeClr>
                  </a:gs>
                  <a:gs pos="100000">
                    <a:schemeClr val="accent1">
                      <a:shade val="25000"/>
                      <a:satMod val="170000"/>
                      <a:alpha val="100000"/>
                    </a:schemeClr>
                  </a:gs>
                </a:gsLst>
                <a:lin ang="450000" scaled="1"/>
                <a:tileRect/>
              </a:gradFill>
            </a:fillOverlay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1800" dirty="0">
              <a:latin typeface="Cambria" panose="02040503050406030204" pitchFamily="18" charset="0"/>
            </a:endParaRPr>
          </a:p>
        </p:txBody>
      </p:sp>
      <p:cxnSp>
        <p:nvCxnSpPr>
          <p:cNvPr id="15" name="Straight Connector 14"/>
          <p:cNvCxnSpPr/>
          <p:nvPr/>
        </p:nvCxnSpPr>
        <p:spPr>
          <a:xfrm>
            <a:off x="-12316" y="5787739"/>
            <a:ext cx="4540679" cy="1084383"/>
          </a:xfrm>
          <a:prstGeom prst="line">
            <a:avLst/>
          </a:prstGeom>
          <a:noFill/>
          <a:ln w="12065" cap="flat" cmpd="sng" algn="ctr">
            <a:gradFill>
              <a:gsLst>
                <a:gs pos="45000">
                  <a:schemeClr val="accent1">
                    <a:tint val="70000"/>
                    <a:satMod val="110000"/>
                  </a:schemeClr>
                </a:gs>
                <a:gs pos="15000">
                  <a:schemeClr val="accent1">
                    <a:shade val="40000"/>
                    <a:satMod val="110000"/>
                  </a:schemeClr>
                </a:gs>
              </a:gsLst>
              <a:lin ang="5400000" scaled="1"/>
            </a:gradFill>
            <a:prstDash val="solid"/>
            <a:miter lim="800000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itle Placeholder 8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anchor="ctr">
            <a:norm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>
            <a:extLst/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033" name="Text Placeholder 29"/>
          <p:cNvSpPr>
            <a:spLocks noGrp="1"/>
          </p:cNvSpPr>
          <p:nvPr>
            <p:ph type="body" idx="1"/>
          </p:nvPr>
        </p:nvSpPr>
        <p:spPr bwMode="auto">
          <a:xfrm>
            <a:off x="609600" y="1481138"/>
            <a:ext cx="10972800" cy="4525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 smtClean="0"/>
              <a:t>Click to edit Master text styles</a:t>
            </a:r>
          </a:p>
          <a:p>
            <a:pPr lvl="1"/>
            <a:r>
              <a:rPr lang="en-US" altLang="en-US" smtClean="0"/>
              <a:t>Second level</a:t>
            </a:r>
          </a:p>
          <a:p>
            <a:pPr lvl="2"/>
            <a:r>
              <a:rPr lang="en-US" altLang="en-US" smtClean="0"/>
              <a:t>Third level</a:t>
            </a:r>
          </a:p>
          <a:p>
            <a:pPr lvl="3"/>
            <a:r>
              <a:rPr lang="en-US" altLang="en-US" smtClean="0"/>
              <a:t>Fourth level</a:t>
            </a:r>
          </a:p>
          <a:p>
            <a:pPr lvl="4"/>
            <a:r>
              <a:rPr lang="en-US" altLang="en-US" smtClean="0"/>
              <a:t>Fifth level</a:t>
            </a:r>
            <a:endParaRPr lang="en-US" altLang="en-US" dirty="0" smtClean="0"/>
          </a:p>
        </p:txBody>
      </p:sp>
      <p:sp>
        <p:nvSpPr>
          <p:cNvPr id="10" name="Date Placeholder 9"/>
          <p:cNvSpPr>
            <a:spLocks noGrp="1"/>
          </p:cNvSpPr>
          <p:nvPr>
            <p:ph type="dt" sz="half" idx="2"/>
          </p:nvPr>
        </p:nvSpPr>
        <p:spPr>
          <a:xfrm>
            <a:off x="8970433" y="6408739"/>
            <a:ext cx="2559051" cy="365125"/>
          </a:xfrm>
          <a:prstGeom prst="rect">
            <a:avLst/>
          </a:prstGeom>
        </p:spPr>
        <p:txBody>
          <a:bodyPr vert="horz" anchor="b"/>
          <a:lstStyle>
            <a:lvl1pPr algn="l" eaLnBrk="1" fontAlgn="auto" latinLnBrk="0" hangingPunct="1">
              <a:spcBef>
                <a:spcPts val="0"/>
              </a:spcBef>
              <a:spcAft>
                <a:spcPts val="0"/>
              </a:spcAft>
              <a:defRPr kumimoji="0" sz="1000" smtClean="0">
                <a:solidFill>
                  <a:schemeClr val="tx1"/>
                </a:solidFill>
                <a:latin typeface="Cambria" panose="02040503050406030204" pitchFamily="18" charset="0"/>
                <a:cs typeface="+mn-cs"/>
              </a:defRPr>
            </a:lvl1pPr>
            <a:extLst/>
          </a:lstStyle>
          <a:p>
            <a:fld id="{A9F60E46-351E-4E49-92E6-1640F368D9C1}" type="datetime1">
              <a:rPr lang="en-US" smtClean="0"/>
              <a:t>1/24/2017</a:t>
            </a:fld>
            <a:endParaRPr lang="en-US"/>
          </a:p>
        </p:txBody>
      </p:sp>
      <p:sp>
        <p:nvSpPr>
          <p:cNvPr id="22" name="Footer Placeholder 21"/>
          <p:cNvSpPr>
            <a:spLocks noGrp="1"/>
          </p:cNvSpPr>
          <p:nvPr>
            <p:ph type="ftr" sz="quarter" idx="3"/>
          </p:nvPr>
        </p:nvSpPr>
        <p:spPr>
          <a:xfrm>
            <a:off x="5283200" y="6408739"/>
            <a:ext cx="3691467" cy="365125"/>
          </a:xfrm>
          <a:prstGeom prst="rect">
            <a:avLst/>
          </a:prstGeom>
        </p:spPr>
        <p:txBody>
          <a:bodyPr vert="horz" anchor="b"/>
          <a:lstStyle>
            <a:lvl1pPr algn="r" eaLnBrk="1" fontAlgn="auto" latinLnBrk="0" hangingPunct="1">
              <a:spcBef>
                <a:spcPts val="0"/>
              </a:spcBef>
              <a:spcAft>
                <a:spcPts val="0"/>
              </a:spcAft>
              <a:defRPr kumimoji="0" sz="1000">
                <a:solidFill>
                  <a:schemeClr val="tx1"/>
                </a:solidFill>
                <a:latin typeface="Cambria" panose="02040503050406030204" pitchFamily="18" charset="0"/>
                <a:cs typeface="+mn-cs"/>
              </a:defRPr>
            </a:lvl1pPr>
            <a:extLst/>
          </a:lstStyle>
          <a:p>
            <a:r>
              <a:rPr lang="en-US" smtClean="0"/>
              <a:t>©1992-2017 by Pearson Education, Inc. All Rights Reserved.</a:t>
            </a:r>
            <a:endParaRPr lang="en-US"/>
          </a:p>
        </p:txBody>
      </p:sp>
      <p:sp>
        <p:nvSpPr>
          <p:cNvPr id="18" name="Slide Number Placeholder 17"/>
          <p:cNvSpPr>
            <a:spLocks noGrp="1"/>
          </p:cNvSpPr>
          <p:nvPr>
            <p:ph type="sldNum" sz="quarter" idx="4"/>
          </p:nvPr>
        </p:nvSpPr>
        <p:spPr>
          <a:xfrm>
            <a:off x="11529484" y="6408739"/>
            <a:ext cx="488949" cy="365125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000">
                <a:latin typeface="Cambria" panose="02040503050406030204" pitchFamily="18" charset="0"/>
              </a:defRPr>
            </a:lvl1pPr>
          </a:lstStyle>
          <a:p>
            <a:fld id="{1DBF8278-E319-45C7-AF99-07BEA850FA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100464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9" r:id="rId1"/>
    <p:sldLayoutId id="2147483700" r:id="rId2"/>
    <p:sldLayoutId id="2147483701" r:id="rId3"/>
    <p:sldLayoutId id="2147483702" r:id="rId4"/>
    <p:sldLayoutId id="2147483703" r:id="rId5"/>
    <p:sldLayoutId id="2147483704" r:id="rId6"/>
    <p:sldLayoutId id="2147483705" r:id="rId7"/>
    <p:sldLayoutId id="2147483706" r:id="rId8"/>
    <p:sldLayoutId id="2147483707" r:id="rId9"/>
    <p:sldLayoutId id="2147483708" r:id="rId10"/>
    <p:sldLayoutId id="2147483709" r:id="rId11"/>
    <p:sldLayoutId id="2147483710" r:id="rId12"/>
  </p:sldLayoutIdLst>
  <p:hf sldNum="0" hdr="0" dt="0"/>
  <p:txStyles>
    <p:titleStyle>
      <a:lvl1pPr algn="l" rtl="0" eaLnBrk="1" fontAlgn="base" hangingPunct="1">
        <a:spcBef>
          <a:spcPct val="0"/>
        </a:spcBef>
        <a:spcAft>
          <a:spcPct val="0"/>
        </a:spcAft>
        <a:defRPr sz="4100" b="1" kern="1200">
          <a:solidFill>
            <a:schemeClr val="tx2"/>
          </a:solidFill>
          <a:effectLst>
            <a:outerShdw blurRad="31750" dist="25400" dir="5400000" algn="tl" rotWithShape="0">
              <a:srgbClr val="000000">
                <a:alpha val="25000"/>
              </a:srgbClr>
            </a:outerShdw>
          </a:effectLst>
          <a:latin typeface="Cambria" panose="02040503050406030204" pitchFamily="18" charset="0"/>
          <a:ea typeface="+mj-ea"/>
          <a:cs typeface="+mj-cs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4100" b="1">
          <a:solidFill>
            <a:schemeClr val="tx2"/>
          </a:solidFill>
          <a:latin typeface="Lucida Sans Unicode" pitchFamily="34" charset="0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4100" b="1">
          <a:solidFill>
            <a:schemeClr val="tx2"/>
          </a:solidFill>
          <a:latin typeface="Lucida Sans Unicode" pitchFamily="34" charset="0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4100" b="1">
          <a:solidFill>
            <a:schemeClr val="tx2"/>
          </a:solidFill>
          <a:latin typeface="Lucida Sans Unicode" pitchFamily="34" charset="0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4100" b="1">
          <a:solidFill>
            <a:schemeClr val="tx2"/>
          </a:solidFill>
          <a:latin typeface="Lucida Sans Unicode" pitchFamily="34" charset="0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sz="4100" b="1">
          <a:solidFill>
            <a:schemeClr val="tx2"/>
          </a:solidFill>
          <a:latin typeface="Lucida Sans Unicode" pitchFamily="34" charset="0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sz="4100" b="1">
          <a:solidFill>
            <a:schemeClr val="tx2"/>
          </a:solidFill>
          <a:latin typeface="Lucida Sans Unicode" pitchFamily="34" charset="0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sz="4100" b="1">
          <a:solidFill>
            <a:schemeClr val="tx2"/>
          </a:solidFill>
          <a:latin typeface="Lucida Sans Unicode" pitchFamily="34" charset="0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sz="4100" b="1">
          <a:solidFill>
            <a:schemeClr val="tx2"/>
          </a:solidFill>
          <a:latin typeface="Lucida Sans Unicode" pitchFamily="34" charset="0"/>
        </a:defRPr>
      </a:lvl9pPr>
      <a:extLst/>
    </p:titleStyle>
    <p:bodyStyle>
      <a:lvl1pPr marL="365125" indent="-255588" algn="l" rtl="0" eaLnBrk="1" fontAlgn="base" hangingPunct="1">
        <a:spcBef>
          <a:spcPts val="400"/>
        </a:spcBef>
        <a:spcAft>
          <a:spcPct val="0"/>
        </a:spcAft>
        <a:buClr>
          <a:schemeClr val="accent1"/>
        </a:buClr>
        <a:buSzPct val="68000"/>
        <a:buFont typeface="Wingdings 3" panose="05040102010807070707" pitchFamily="18" charset="2"/>
        <a:buChar char=""/>
        <a:defRPr sz="2700" kern="1200">
          <a:solidFill>
            <a:schemeClr val="tx1"/>
          </a:solidFill>
          <a:latin typeface="Cambria" panose="02040503050406030204" pitchFamily="18" charset="0"/>
          <a:ea typeface="+mn-ea"/>
          <a:cs typeface="+mn-cs"/>
        </a:defRPr>
      </a:lvl1pPr>
      <a:lvl2pPr marL="620713" indent="-228600" algn="l" rtl="0" eaLnBrk="1" fontAlgn="base" hangingPunct="1">
        <a:spcBef>
          <a:spcPts val="325"/>
        </a:spcBef>
        <a:spcAft>
          <a:spcPct val="0"/>
        </a:spcAft>
        <a:buClr>
          <a:schemeClr val="accent1"/>
        </a:buClr>
        <a:buFont typeface="Verdana" panose="020B0604030504040204" pitchFamily="34" charset="0"/>
        <a:buChar char="◦"/>
        <a:defRPr sz="2300" kern="1200">
          <a:solidFill>
            <a:schemeClr val="tx1"/>
          </a:solidFill>
          <a:latin typeface="Cambria" panose="02040503050406030204" pitchFamily="18" charset="0"/>
          <a:ea typeface="+mn-ea"/>
          <a:cs typeface="+mn-cs"/>
        </a:defRPr>
      </a:lvl2pPr>
      <a:lvl3pPr marL="858838" indent="-228600" algn="l" rtl="0" eaLnBrk="1" fontAlgn="base" hangingPunct="1">
        <a:spcBef>
          <a:spcPts val="350"/>
        </a:spcBef>
        <a:spcAft>
          <a:spcPct val="0"/>
        </a:spcAft>
        <a:buClr>
          <a:schemeClr val="accent2"/>
        </a:buClr>
        <a:buSzPct val="100000"/>
        <a:buFont typeface="Wingdings 2" panose="05020102010507070707" pitchFamily="18" charset="2"/>
        <a:buChar char=""/>
        <a:defRPr sz="2100" kern="1200">
          <a:solidFill>
            <a:schemeClr val="tx1"/>
          </a:solidFill>
          <a:latin typeface="Cambria" panose="02040503050406030204" pitchFamily="18" charset="0"/>
          <a:ea typeface="+mn-ea"/>
          <a:cs typeface="+mn-cs"/>
        </a:defRPr>
      </a:lvl3pPr>
      <a:lvl4pPr marL="1143000" indent="-228600" algn="l" rtl="0" eaLnBrk="1" fontAlgn="base" hangingPunct="1">
        <a:spcBef>
          <a:spcPts val="350"/>
        </a:spcBef>
        <a:spcAft>
          <a:spcPct val="0"/>
        </a:spcAft>
        <a:buClr>
          <a:schemeClr val="accent2"/>
        </a:buClr>
        <a:defRPr sz="1900" kern="1200">
          <a:solidFill>
            <a:schemeClr val="tx1"/>
          </a:solidFill>
          <a:latin typeface="Cambria" panose="02040503050406030204" pitchFamily="18" charset="0"/>
          <a:ea typeface="+mn-ea"/>
          <a:cs typeface="+mn-cs"/>
        </a:defRPr>
      </a:lvl4pPr>
      <a:lvl5pPr marL="1143000" indent="-228600" algn="l" rtl="0" eaLnBrk="1" fontAlgn="base" hangingPunct="1">
        <a:spcBef>
          <a:spcPts val="350"/>
        </a:spcBef>
        <a:spcAft>
          <a:spcPct val="0"/>
        </a:spcAft>
        <a:buClr>
          <a:schemeClr val="accent2"/>
        </a:buClr>
        <a:defRPr sz="1900" kern="1200">
          <a:solidFill>
            <a:schemeClr val="tx1"/>
          </a:solidFill>
          <a:latin typeface="Cambria" panose="02040503050406030204" pitchFamily="18" charset="0"/>
          <a:ea typeface="+mn-ea"/>
          <a:cs typeface="+mn-cs"/>
        </a:defRPr>
      </a:lvl5pPr>
      <a:lvl6pPr marL="16002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18288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0574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2860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600" kern="1200" baseline="0">
          <a:solidFill>
            <a:schemeClr val="tx1"/>
          </a:solidFill>
          <a:latin typeface="+mn-lt"/>
          <a:ea typeface="+mn-ea"/>
          <a:cs typeface="+mn-cs"/>
        </a:defRPr>
      </a:lvl9pPr>
      <a:extLst/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  <a:extLst/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7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7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7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7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7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7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7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7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7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7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7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7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7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7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7.xml"/></Relationships>
</file>

<file path=ppt/slides/_rels/slide7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7.xml"/></Relationships>
</file>

<file path=ppt/slides/_rels/slide7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.xml"/></Relationships>
</file>

<file path=ppt/slides/_rels/slide7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7.xml"/></Relationships>
</file>

<file path=ppt/slides/_rels/slide7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2.xml"/></Relationships>
</file>

<file path=ppt/slides/_rels/slide7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7.xml"/></Relationships>
</file>

<file path=ppt/slides/_rels/slide7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2.xml"/></Relationships>
</file>

<file path=ppt/slides/_rels/slide8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2.xml"/></Relationships>
</file>

<file path=ppt/slides/_rels/slide8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7.xml"/></Relationships>
</file>

<file path=ppt/slides/_rels/slide8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2.xml"/></Relationships>
</file>

<file path=ppt/slides/_rels/slide8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2.xml"/></Relationships>
</file>

<file path=ppt/slides/_rels/slide8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2.xml"/></Relationships>
</file>

<file path=ppt/slides/_rels/slide8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7.xml"/></Relationships>
</file>

<file path=ppt/slides/_rels/slide8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7.xml"/></Relationships>
</file>

<file path=ppt/slides/_rels/slide8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2.xml"/></Relationships>
</file>

<file path=ppt/slides/_rels/slide8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7.xml"/></Relationships>
</file>

<file path=ppt/slides/_rels/slide8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7.xml"/></Relationships>
</file>

<file path=ppt/slides/_rels/slide9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2.xml"/></Relationships>
</file>

<file path=ppt/slides/_rels/slide9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7.xml"/></Relationships>
</file>

<file path=ppt/slides/_rels/slide9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7.xml"/></Relationships>
</file>

<file path=ppt/slides/_rels/slide9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7.xml"/></Relationships>
</file>

<file path=ppt/slides/_rels/slide9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7.xml"/></Relationships>
</file>

<file path=ppt/slides/_rels/slide9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2.xml"/></Relationships>
</file>

<file path=ppt/slides/_rels/slide9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7.xml"/></Relationships>
</file>

<file path=ppt/slides/_rels/slide9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7.xml"/></Relationships>
</file>

<file path=ppt/slides/_rels/slide9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7.xml"/></Relationships>
</file>

<file path=ppt/slides/_rels/slide9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7.xml"/></Relationships>
</file>

<file path=ppt/slides/_rels/slide10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2.xml"/></Relationships>
</file>

<file path=ppt/slides/_rels/slide10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7.png"/><Relationship Id="rId1" Type="http://schemas.openxmlformats.org/officeDocument/2006/relationships/slideLayout" Target="../slideLayouts/slideLayout7.xml"/></Relationships>
</file>

<file path=ppt/slides/_rels/slide10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8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smtClean="0"/>
              <a:t>Introduction to C# App Programming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 smtClean="0"/>
              <a:t>Chapter </a:t>
            </a:r>
            <a:r>
              <a:rPr lang="en-US" dirty="0"/>
              <a:t>3</a:t>
            </a:r>
            <a:r>
              <a:rPr lang="en-US" dirty="0" smtClean="0"/>
              <a:t> of Visual C# How to Program, 6/e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 smtClean="0"/>
              <a:t>©1992-2017 by Pearson Education, Inc. </a:t>
            </a:r>
            <a:r>
              <a:rPr lang="en-US" dirty="0" smtClean="0"/>
              <a:t>All Rights Reserved.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6315093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shtp6_03_Page_02"/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19075"/>
            <a:ext cx="12192000" cy="6419850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©1992-2017 by Pearson Education, Inc. All Rights Reserved.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301136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shtp6_03_Page_03"/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1188" y="0"/>
            <a:ext cx="10969625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©1992-2017 by Pearson Education, Inc. All Rights Reserved.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946938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shtp6_03_Page_04"/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0763" y="0"/>
            <a:ext cx="10150475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©1992-2017 by Pearson Education, Inc. All Rights Reserved.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424889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7" name="Rectangle 3"/>
          <p:cNvSpPr>
            <a:spLocks noGrp="1" noChangeArrowheads="1"/>
          </p:cNvSpPr>
          <p:nvPr>
            <p:ph idx="1"/>
          </p:nvPr>
        </p:nvSpPr>
        <p:spPr>
          <a:xfrm>
            <a:off x="609600" y="1481139"/>
            <a:ext cx="10972800" cy="1620957"/>
          </a:xfrm>
          <a:noFill/>
        </p:spPr>
        <p:txBody>
          <a:bodyPr wrap="square">
            <a:spAutoFit/>
          </a:bodyPr>
          <a:lstStyle/>
          <a:p>
            <a:pPr eaLnBrk="1" hangingPunct="1"/>
            <a:r>
              <a:rPr lang="en-US" altLang="en-US" sz="3200" b="1" dirty="0">
                <a:solidFill>
                  <a:srgbClr val="4D99FF"/>
                </a:solidFill>
                <a:ea typeface="Times New Roman" panose="02020603050405020304" pitchFamily="18" charset="0"/>
                <a:cs typeface="Calibri" panose="020F0502020204030204" pitchFamily="34" charset="0"/>
              </a:rPr>
              <a:t>Console apps</a:t>
            </a:r>
            <a:r>
              <a:rPr lang="en-US" altLang="en-US" sz="3200" dirty="0">
                <a:ea typeface="Times New Roman" panose="02020603050405020304" pitchFamily="18" charset="0"/>
                <a:cs typeface="Calibri" panose="020F0502020204030204" pitchFamily="34" charset="0"/>
              </a:rPr>
              <a:t> input and output text in a </a:t>
            </a:r>
            <a:r>
              <a:rPr lang="en-US" altLang="en-US" sz="3200" b="1" dirty="0">
                <a:solidFill>
                  <a:srgbClr val="4D99FF"/>
                </a:solidFill>
                <a:ea typeface="Times New Roman" panose="02020603050405020304" pitchFamily="18" charset="0"/>
                <a:cs typeface="Calibri" panose="020F0502020204030204" pitchFamily="34" charset="0"/>
              </a:rPr>
              <a:t>console window</a:t>
            </a:r>
            <a:r>
              <a:rPr lang="en-US" altLang="en-US" sz="3200" dirty="0">
                <a:ea typeface="Times New Roman" panose="02020603050405020304" pitchFamily="18" charset="0"/>
                <a:cs typeface="Calibri" panose="020F0502020204030204" pitchFamily="34" charset="0"/>
              </a:rPr>
              <a:t>, which in Windows </a:t>
            </a:r>
            <a:r>
              <a:rPr lang="en-US" altLang="en-US" sz="3200" dirty="0" smtClean="0">
                <a:ea typeface="Times New Roman" panose="02020603050405020304" pitchFamily="18" charset="0"/>
                <a:cs typeface="Calibri" panose="020F0502020204030204" pitchFamily="34" charset="0"/>
              </a:rPr>
              <a:t>is </a:t>
            </a:r>
            <a:r>
              <a:rPr lang="en-US" altLang="en-US" sz="3200" dirty="0">
                <a:ea typeface="Times New Roman" panose="02020603050405020304" pitchFamily="18" charset="0"/>
                <a:cs typeface="Calibri" panose="020F0502020204030204" pitchFamily="34" charset="0"/>
              </a:rPr>
              <a:t>known as the </a:t>
            </a:r>
            <a:r>
              <a:rPr lang="en-US" altLang="en-US" sz="3200" b="1" dirty="0">
                <a:ea typeface="Times New Roman" panose="02020603050405020304" pitchFamily="18" charset="0"/>
                <a:cs typeface="Calibri" panose="020F0502020204030204" pitchFamily="34" charset="0"/>
              </a:rPr>
              <a:t>Command Prompt</a:t>
            </a:r>
            <a:r>
              <a:rPr lang="en-US" altLang="en-US" sz="3200" dirty="0">
                <a:ea typeface="Times New Roman" panose="02020603050405020304" pitchFamily="18" charset="0"/>
                <a:cs typeface="Calibri" panose="020F0502020204030204" pitchFamily="34" charset="0"/>
              </a:rPr>
              <a:t>.</a:t>
            </a:r>
            <a:r>
              <a:rPr lang="en-US" altLang="en-US" sz="3200" dirty="0">
                <a:ea typeface="MS Mincho" pitchFamily="49" charset="-128"/>
                <a:cs typeface="Calibri" panose="020F0502020204030204" pitchFamily="34" charset="0"/>
              </a:rPr>
              <a:t> </a:t>
            </a:r>
          </a:p>
          <a:p>
            <a:pPr eaLnBrk="1" hangingPunct="1"/>
            <a:r>
              <a:rPr lang="en-US" altLang="en-US" sz="3200" dirty="0"/>
              <a:t>Figure 3.1 shows </a:t>
            </a:r>
            <a:r>
              <a:rPr lang="en-US" altLang="en-US" sz="3200" dirty="0" smtClean="0"/>
              <a:t>the app’s source code and output.</a:t>
            </a:r>
            <a:endParaRPr lang="en-US" altLang="en-US" sz="3200" dirty="0">
              <a:ea typeface="MS Mincho" pitchFamily="49" charset="-128"/>
            </a:endParaRPr>
          </a:p>
        </p:txBody>
      </p:sp>
      <p:sp>
        <p:nvSpPr>
          <p:cNvPr id="3481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fontAlgn="auto">
              <a:spcAft>
                <a:spcPts val="0"/>
              </a:spcAft>
              <a:defRPr/>
            </a:pPr>
            <a:r>
              <a:rPr lang="en-US" smtClean="0"/>
              <a:t>3.1  Introduction </a:t>
            </a:r>
          </a:p>
        </p:txBody>
      </p:sp>
      <p:sp>
        <p:nvSpPr>
          <p:cNvPr id="16388" name="Footer Placeholder 1"/>
          <p:cNvSpPr>
            <a:spLocks noGrp="1"/>
          </p:cNvSpPr>
          <p:nvPr>
            <p:ph type="ftr" sz="quarter" idx="1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0" hangingPunct="0"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1pPr>
            <a:lvl2pPr marL="742950" indent="-285750" eaLnBrk="0" hangingPunct="0"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2pPr>
            <a:lvl3pPr marL="1143000" indent="-228600" eaLnBrk="0" hangingPunct="0"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3pPr>
            <a:lvl4pPr marL="1600200" indent="-228600" eaLnBrk="0" hangingPunct="0"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4pPr>
            <a:lvl5pPr marL="2057400" indent="-228600" eaLnBrk="0" hangingPunct="0"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5000"/>
              </a:spcAft>
              <a:buClr>
                <a:schemeClr val="tx1"/>
              </a:buClr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5000"/>
              </a:spcAft>
              <a:buClr>
                <a:schemeClr val="tx1"/>
              </a:buClr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5000"/>
              </a:spcAft>
              <a:buClr>
                <a:schemeClr val="tx1"/>
              </a:buClr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5000"/>
              </a:spcAft>
              <a:buClr>
                <a:schemeClr val="tx1"/>
              </a:buClr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9pPr>
          </a:lstStyle>
          <a:p>
            <a:pPr eaLnBrk="1" hangingPunct="1"/>
            <a:r>
              <a:rPr lang="en-US" altLang="en-US" sz="1000" smtClean="0">
                <a:solidFill>
                  <a:schemeClr val="tx1"/>
                </a:solidFill>
                <a:latin typeface="Calibri" panose="020F0502020204030204" pitchFamily="34" charset="0"/>
              </a:rPr>
              <a:t>©1992-2017 by Pearson Education, Inc. All Rights Reserved.</a:t>
            </a:r>
            <a:endParaRPr lang="en-US" altLang="en-US" sz="1000" dirty="0">
              <a:solidFill>
                <a:schemeClr val="tx1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532445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7" name="Rectangle 3"/>
          <p:cNvSpPr>
            <a:spLocks noGrp="1" noChangeArrowheads="1"/>
          </p:cNvSpPr>
          <p:nvPr>
            <p:ph idx="1"/>
          </p:nvPr>
        </p:nvSpPr>
        <p:spPr>
          <a:xfrm>
            <a:off x="609600" y="1481139"/>
            <a:ext cx="10972800" cy="1066959"/>
          </a:xfrm>
          <a:noFill/>
        </p:spPr>
        <p:txBody>
          <a:bodyPr wrap="square">
            <a:spAutoFit/>
          </a:bodyPr>
          <a:lstStyle/>
          <a:p>
            <a:pPr eaLnBrk="1" hangingPunct="1"/>
            <a:r>
              <a:rPr lang="en-US" altLang="en-US" sz="3200" dirty="0" smtClean="0"/>
              <a:t>Figure</a:t>
            </a:r>
            <a:r>
              <a:rPr lang="en-US" altLang="en-US" sz="3200" dirty="0"/>
              <a:t> 3.1 shows </a:t>
            </a:r>
            <a:r>
              <a:rPr lang="en-US" altLang="en-US" sz="3200" dirty="0" smtClean="0"/>
              <a:t>the app’s source code and output.</a:t>
            </a:r>
            <a:endParaRPr lang="en-US" altLang="en-US" sz="3200" dirty="0"/>
          </a:p>
          <a:p>
            <a:endParaRPr lang="en-US" altLang="en-US" sz="2800" dirty="0">
              <a:ea typeface="MS Mincho" pitchFamily="49" charset="-128"/>
            </a:endParaRPr>
          </a:p>
        </p:txBody>
      </p:sp>
      <p:sp>
        <p:nvSpPr>
          <p:cNvPr id="3481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fontAlgn="auto">
              <a:spcAft>
                <a:spcPts val="0"/>
              </a:spcAft>
              <a:defRPr/>
            </a:pPr>
            <a:r>
              <a:rPr lang="en-US" dirty="0" smtClean="0"/>
              <a:t>3.2</a:t>
            </a:r>
            <a:r>
              <a:rPr lang="en-US" dirty="0" smtClean="0"/>
              <a:t>  </a:t>
            </a:r>
            <a:r>
              <a:rPr lang="en-US" dirty="0" smtClean="0"/>
              <a:t>Simple App: Displaying a Line of Text</a:t>
            </a:r>
            <a:endParaRPr lang="en-US" dirty="0" smtClean="0"/>
          </a:p>
        </p:txBody>
      </p:sp>
      <p:sp>
        <p:nvSpPr>
          <p:cNvPr id="16388" name="Footer Placeholder 1"/>
          <p:cNvSpPr>
            <a:spLocks noGrp="1"/>
          </p:cNvSpPr>
          <p:nvPr>
            <p:ph type="ftr" sz="quarter" idx="1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0" hangingPunct="0"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1pPr>
            <a:lvl2pPr marL="742950" indent="-285750" eaLnBrk="0" hangingPunct="0"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2pPr>
            <a:lvl3pPr marL="1143000" indent="-228600" eaLnBrk="0" hangingPunct="0"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3pPr>
            <a:lvl4pPr marL="1600200" indent="-228600" eaLnBrk="0" hangingPunct="0"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4pPr>
            <a:lvl5pPr marL="2057400" indent="-228600" eaLnBrk="0" hangingPunct="0"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5000"/>
              </a:spcAft>
              <a:buClr>
                <a:schemeClr val="tx1"/>
              </a:buClr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5000"/>
              </a:spcAft>
              <a:buClr>
                <a:schemeClr val="tx1"/>
              </a:buClr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5000"/>
              </a:spcAft>
              <a:buClr>
                <a:schemeClr val="tx1"/>
              </a:buClr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5000"/>
              </a:spcAft>
              <a:buClr>
                <a:schemeClr val="tx1"/>
              </a:buClr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9pPr>
          </a:lstStyle>
          <a:p>
            <a:pPr eaLnBrk="1" hangingPunct="1"/>
            <a:r>
              <a:rPr lang="en-US" altLang="en-US" sz="1000" smtClean="0">
                <a:solidFill>
                  <a:schemeClr val="tx1"/>
                </a:solidFill>
                <a:latin typeface="Calibri" panose="020F0502020204030204" pitchFamily="34" charset="0"/>
              </a:rPr>
              <a:t>©1992-2017 by Pearson Education, Inc. All Rights Reserved.</a:t>
            </a:r>
            <a:endParaRPr lang="en-US" altLang="en-US" sz="1000" dirty="0">
              <a:solidFill>
                <a:schemeClr val="tx1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867657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shtp6_03_Page_08"/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39725"/>
            <a:ext cx="12192000" cy="6176963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©1992-2017 by Pearson Education, Inc. All Rights Reserved.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32108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5" name="Rectangle 3"/>
          <p:cNvSpPr>
            <a:spLocks noGrp="1" noChangeArrowheads="1"/>
          </p:cNvSpPr>
          <p:nvPr>
            <p:ph idx="1"/>
          </p:nvPr>
        </p:nvSpPr>
        <p:spPr>
          <a:xfrm>
            <a:off x="770021" y="1481138"/>
            <a:ext cx="10812379" cy="4134465"/>
          </a:xfrm>
          <a:noFill/>
        </p:spPr>
        <p:txBody>
          <a:bodyPr wrap="square">
            <a:spAutoFit/>
          </a:bodyPr>
          <a:lstStyle/>
          <a:p>
            <a:pPr eaLnBrk="1" hangingPunct="1"/>
            <a:r>
              <a:rPr lang="en-US" altLang="en-US" sz="3200" dirty="0">
                <a:ea typeface="Times New Roman" panose="02020603050405020304" pitchFamily="18" charset="0"/>
                <a:cs typeface="Calibri" panose="020F0502020204030204" pitchFamily="34" charset="0"/>
              </a:rPr>
              <a:t>You’ll insert </a:t>
            </a:r>
            <a:r>
              <a:rPr lang="en-US" altLang="en-US" sz="3200" b="1" dirty="0">
                <a:solidFill>
                  <a:srgbClr val="4D99FF"/>
                </a:solidFill>
                <a:ea typeface="Times New Roman" panose="02020603050405020304" pitchFamily="18" charset="0"/>
                <a:cs typeface="Calibri" panose="020F0502020204030204" pitchFamily="34" charset="0"/>
              </a:rPr>
              <a:t>comments</a:t>
            </a:r>
            <a:r>
              <a:rPr lang="en-US" altLang="en-US" sz="3200" dirty="0">
                <a:ea typeface="Times New Roman" panose="02020603050405020304" pitchFamily="18" charset="0"/>
                <a:cs typeface="Calibri" panose="020F0502020204030204" pitchFamily="34" charset="0"/>
              </a:rPr>
              <a:t> to document your apps and improve their readability.</a:t>
            </a:r>
          </a:p>
          <a:p>
            <a:pPr eaLnBrk="1" hangingPunct="1"/>
            <a:r>
              <a:rPr lang="en-US" altLang="en-US" sz="3200" dirty="0">
                <a:ea typeface="Times New Roman" panose="02020603050405020304" pitchFamily="18" charset="0"/>
                <a:cs typeface="Calibri" panose="020F0502020204030204" pitchFamily="34" charset="0"/>
              </a:rPr>
              <a:t>The C# compiler ignores comments, so they do </a:t>
            </a:r>
            <a:r>
              <a:rPr lang="en-US" altLang="en-US" sz="3200" i="1" dirty="0">
                <a:ea typeface="Times New Roman" panose="02020603050405020304" pitchFamily="18" charset="0"/>
                <a:cs typeface="Calibri" panose="020F0502020204030204" pitchFamily="34" charset="0"/>
              </a:rPr>
              <a:t>not</a:t>
            </a:r>
            <a:r>
              <a:rPr lang="en-US" altLang="en-US" sz="3200" dirty="0">
                <a:ea typeface="Times New Roman" panose="02020603050405020304" pitchFamily="18" charset="0"/>
                <a:cs typeface="Calibri" panose="020F0502020204030204" pitchFamily="34" charset="0"/>
              </a:rPr>
              <a:t> cause the computer to perform any action when the app </a:t>
            </a:r>
            <a:r>
              <a:rPr lang="en-US" altLang="en-US" sz="3200" dirty="0" smtClean="0">
                <a:ea typeface="Times New Roman" panose="02020603050405020304" pitchFamily="18" charset="0"/>
                <a:cs typeface="Calibri" panose="020F0502020204030204" pitchFamily="34" charset="0"/>
              </a:rPr>
              <a:t>executes. </a:t>
            </a:r>
            <a:endParaRPr lang="en-US" altLang="en-US" sz="3200" dirty="0">
              <a:ea typeface="Times New Roman" panose="02020603050405020304" pitchFamily="18" charset="0"/>
              <a:cs typeface="Calibri" panose="020F0502020204030204" pitchFamily="34" charset="0"/>
            </a:endParaRPr>
          </a:p>
          <a:p>
            <a:pPr eaLnBrk="1" hangingPunct="1"/>
            <a:r>
              <a:rPr lang="en-US" altLang="en-US" sz="3200" dirty="0">
                <a:ea typeface="Times New Roman" panose="02020603050405020304" pitchFamily="18" charset="0"/>
                <a:cs typeface="Calibri" panose="020F0502020204030204" pitchFamily="34" charset="0"/>
              </a:rPr>
              <a:t>A comment that begins with </a:t>
            </a:r>
            <a:r>
              <a:rPr lang="en-US" altLang="en-US" sz="3200" dirty="0">
                <a:latin typeface="Consolas" panose="020B0609020204030204" pitchFamily="49" charset="0"/>
                <a:ea typeface="Times New Roman" panose="02020603050405020304" pitchFamily="18" charset="0"/>
                <a:cs typeface="Lucida Console" panose="020B0609040504020204" pitchFamily="49" charset="0"/>
              </a:rPr>
              <a:t>//</a:t>
            </a:r>
            <a:r>
              <a:rPr lang="en-US" altLang="en-US" sz="3200" dirty="0">
                <a:ea typeface="Times New Roman" panose="02020603050405020304" pitchFamily="18" charset="0"/>
                <a:cs typeface="Calibri" panose="020F0502020204030204" pitchFamily="34" charset="0"/>
              </a:rPr>
              <a:t> is called a </a:t>
            </a:r>
            <a:r>
              <a:rPr lang="en-US" altLang="en-US" sz="3200" b="1" dirty="0">
                <a:solidFill>
                  <a:srgbClr val="4D99FF"/>
                </a:solidFill>
                <a:ea typeface="Times New Roman" panose="02020603050405020304" pitchFamily="18" charset="0"/>
                <a:cs typeface="Calibri" panose="020F0502020204030204" pitchFamily="34" charset="0"/>
              </a:rPr>
              <a:t>single-line comment</a:t>
            </a:r>
            <a:r>
              <a:rPr lang="en-US" altLang="en-US" sz="3200" dirty="0">
                <a:ea typeface="Times New Roman" panose="02020603050405020304" pitchFamily="18" charset="0"/>
                <a:cs typeface="Calibri" panose="020F0502020204030204" pitchFamily="34" charset="0"/>
              </a:rPr>
              <a:t>, because it terminates at the end of the line on which it appears.</a:t>
            </a:r>
            <a:r>
              <a:rPr lang="en-US" altLang="en-US" sz="3200" b="1" dirty="0">
                <a:solidFill>
                  <a:srgbClr val="4D99FF"/>
                </a:solidFill>
                <a:ea typeface="Times New Roman" panose="02020603050405020304" pitchFamily="18" charset="0"/>
                <a:cs typeface="Calibri" panose="020F0502020204030204" pitchFamily="34" charset="0"/>
              </a:rPr>
              <a:t> </a:t>
            </a:r>
          </a:p>
        </p:txBody>
      </p:sp>
      <p:sp>
        <p:nvSpPr>
          <p:cNvPr id="36867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fontAlgn="auto">
              <a:spcAft>
                <a:spcPts val="0"/>
              </a:spcAft>
              <a:defRPr/>
            </a:pPr>
            <a:r>
              <a:rPr lang="en-US" dirty="0" smtClean="0"/>
              <a:t>3.2.1</a:t>
            </a:r>
            <a:r>
              <a:rPr lang="en-US" dirty="0" smtClean="0"/>
              <a:t>  </a:t>
            </a:r>
            <a:r>
              <a:rPr lang="en-US" dirty="0" smtClean="0"/>
              <a:t>Comments</a:t>
            </a:r>
            <a:endParaRPr lang="en-US" dirty="0" smtClean="0"/>
          </a:p>
        </p:txBody>
      </p:sp>
      <p:sp>
        <p:nvSpPr>
          <p:cNvPr id="18436" name="Footer Placeholder 1"/>
          <p:cNvSpPr>
            <a:spLocks noGrp="1"/>
          </p:cNvSpPr>
          <p:nvPr>
            <p:ph type="ftr" sz="quarter" idx="1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0" hangingPunct="0"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1pPr>
            <a:lvl2pPr marL="742950" indent="-285750" eaLnBrk="0" hangingPunct="0"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2pPr>
            <a:lvl3pPr marL="1143000" indent="-228600" eaLnBrk="0" hangingPunct="0"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3pPr>
            <a:lvl4pPr marL="1600200" indent="-228600" eaLnBrk="0" hangingPunct="0"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4pPr>
            <a:lvl5pPr marL="2057400" indent="-228600" eaLnBrk="0" hangingPunct="0"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5000"/>
              </a:spcAft>
              <a:buClr>
                <a:schemeClr val="tx1"/>
              </a:buClr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5000"/>
              </a:spcAft>
              <a:buClr>
                <a:schemeClr val="tx1"/>
              </a:buClr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5000"/>
              </a:spcAft>
              <a:buClr>
                <a:schemeClr val="tx1"/>
              </a:buClr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5000"/>
              </a:spcAft>
              <a:buClr>
                <a:schemeClr val="tx1"/>
              </a:buClr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9pPr>
          </a:lstStyle>
          <a:p>
            <a:pPr eaLnBrk="1" hangingPunct="1"/>
            <a:r>
              <a:rPr lang="en-US" altLang="en-US" sz="1000" smtClean="0">
                <a:solidFill>
                  <a:schemeClr val="tx1"/>
                </a:solidFill>
                <a:latin typeface="Calibri" panose="020F0502020204030204" pitchFamily="34" charset="0"/>
              </a:rPr>
              <a:t>©1992-2017 by Pearson Education, Inc. All Rights Reserved.</a:t>
            </a:r>
            <a:endParaRPr lang="en-US" altLang="en-US" sz="1000" dirty="0">
              <a:solidFill>
                <a:schemeClr val="tx1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408971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9" name="Rectangle 3"/>
          <p:cNvSpPr>
            <a:spLocks noGrp="1" noChangeArrowheads="1"/>
          </p:cNvSpPr>
          <p:nvPr>
            <p:ph idx="1"/>
          </p:nvPr>
        </p:nvSpPr>
        <p:spPr>
          <a:xfrm>
            <a:off x="609600" y="1481138"/>
            <a:ext cx="10972800" cy="2605842"/>
          </a:xfrm>
          <a:noFill/>
        </p:spPr>
        <p:txBody>
          <a:bodyPr wrap="square">
            <a:spAutoFit/>
          </a:bodyPr>
          <a:lstStyle/>
          <a:p>
            <a:pPr eaLnBrk="1" hangingPunct="1"/>
            <a:r>
              <a:rPr lang="en-US" altLang="en-US" sz="3200" dirty="0">
                <a:ea typeface="Times New Roman" panose="02020603050405020304" pitchFamily="18" charset="0"/>
                <a:cs typeface="Calibri" panose="020F0502020204030204" pitchFamily="34" charset="0"/>
              </a:rPr>
              <a:t>A </a:t>
            </a:r>
            <a:r>
              <a:rPr lang="en-US" altLang="en-US" sz="3200" dirty="0">
                <a:latin typeface="Consolas" panose="020B0609020204030204" pitchFamily="49" charset="0"/>
                <a:ea typeface="Times New Roman" panose="02020603050405020304" pitchFamily="18" charset="0"/>
                <a:cs typeface="Lucida Console" panose="020B0609040504020204" pitchFamily="49" charset="0"/>
              </a:rPr>
              <a:t>//</a:t>
            </a:r>
            <a:r>
              <a:rPr lang="en-US" altLang="en-US" sz="3200" dirty="0">
                <a:ea typeface="Times New Roman" panose="02020603050405020304" pitchFamily="18" charset="0"/>
                <a:cs typeface="Calibri" panose="020F0502020204030204" pitchFamily="34" charset="0"/>
              </a:rPr>
              <a:t> comment also can begin in the middle of a line and continue until the end of that line.</a:t>
            </a:r>
          </a:p>
          <a:p>
            <a:pPr eaLnBrk="1" hangingPunct="1"/>
            <a:r>
              <a:rPr lang="en-US" altLang="en-US" sz="3200" b="1" dirty="0">
                <a:solidFill>
                  <a:srgbClr val="4D99FF"/>
                </a:solidFill>
                <a:ea typeface="Times New Roman" panose="02020603050405020304" pitchFamily="18" charset="0"/>
                <a:cs typeface="Calibri" panose="020F0502020204030204" pitchFamily="34" charset="0"/>
              </a:rPr>
              <a:t>Delimited comments</a:t>
            </a:r>
            <a:r>
              <a:rPr lang="en-US" altLang="en-US" sz="3200" dirty="0">
                <a:ea typeface="Times New Roman" panose="02020603050405020304" pitchFamily="18" charset="0"/>
                <a:cs typeface="Calibri" panose="020F0502020204030204" pitchFamily="34" charset="0"/>
              </a:rPr>
              <a:t> begin with the delimiter </a:t>
            </a:r>
            <a:r>
              <a:rPr lang="en-US" altLang="en-US" sz="3200" dirty="0">
                <a:latin typeface="Consolas" panose="020B0609020204030204" pitchFamily="49" charset="0"/>
                <a:ea typeface="Times New Roman" panose="02020603050405020304" pitchFamily="18" charset="0"/>
                <a:cs typeface="Lucida Console" panose="020B0609040504020204" pitchFamily="49" charset="0"/>
              </a:rPr>
              <a:t>/*</a:t>
            </a:r>
            <a:r>
              <a:rPr lang="en-US" altLang="en-US" sz="3200" dirty="0">
                <a:ea typeface="Times New Roman" panose="02020603050405020304" pitchFamily="18" charset="0"/>
                <a:cs typeface="Calibri" panose="020F0502020204030204" pitchFamily="34" charset="0"/>
              </a:rPr>
              <a:t> and end with the delimiter </a:t>
            </a:r>
            <a:r>
              <a:rPr lang="en-US" altLang="en-US" sz="3200" dirty="0">
                <a:latin typeface="Consolas" panose="020B0609020204030204" pitchFamily="49" charset="0"/>
                <a:ea typeface="Times New Roman" panose="02020603050405020304" pitchFamily="18" charset="0"/>
                <a:cs typeface="Lucida Console" panose="020B0609040504020204" pitchFamily="49" charset="0"/>
              </a:rPr>
              <a:t>*/</a:t>
            </a:r>
            <a:r>
              <a:rPr lang="en-US" altLang="en-US" sz="3200" dirty="0">
                <a:ea typeface="Times New Roman" panose="02020603050405020304" pitchFamily="18" charset="0"/>
                <a:cs typeface="Calibri" panose="020F0502020204030204" pitchFamily="34" charset="0"/>
              </a:rPr>
              <a:t>. All text between the delimiters is ignored by the compiler.</a:t>
            </a:r>
            <a:r>
              <a:rPr lang="en-US" altLang="en-US" sz="3200" b="1" dirty="0">
                <a:solidFill>
                  <a:srgbClr val="4D99FF"/>
                </a:solidFill>
                <a:ea typeface="Times New Roman" panose="02020603050405020304" pitchFamily="18" charset="0"/>
                <a:cs typeface="Calibri" panose="020F0502020204030204" pitchFamily="34" charset="0"/>
              </a:rPr>
              <a:t> </a:t>
            </a:r>
          </a:p>
        </p:txBody>
      </p:sp>
      <p:sp>
        <p:nvSpPr>
          <p:cNvPr id="36867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fontAlgn="auto">
              <a:spcAft>
                <a:spcPts val="0"/>
              </a:spcAft>
              <a:defRPr/>
            </a:pPr>
            <a:r>
              <a:rPr lang="en-US" dirty="0"/>
              <a:t>3.2.1  Comments</a:t>
            </a:r>
            <a:endParaRPr lang="en-US" dirty="0" smtClean="0"/>
          </a:p>
        </p:txBody>
      </p:sp>
      <p:sp>
        <p:nvSpPr>
          <p:cNvPr id="19460" name="Footer Placeholder 1"/>
          <p:cNvSpPr>
            <a:spLocks noGrp="1"/>
          </p:cNvSpPr>
          <p:nvPr>
            <p:ph type="ftr" sz="quarter" idx="1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0" hangingPunct="0"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1pPr>
            <a:lvl2pPr marL="742950" indent="-285750" eaLnBrk="0" hangingPunct="0"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2pPr>
            <a:lvl3pPr marL="1143000" indent="-228600" eaLnBrk="0" hangingPunct="0"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3pPr>
            <a:lvl4pPr marL="1600200" indent="-228600" eaLnBrk="0" hangingPunct="0"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4pPr>
            <a:lvl5pPr marL="2057400" indent="-228600" eaLnBrk="0" hangingPunct="0"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5000"/>
              </a:spcAft>
              <a:buClr>
                <a:schemeClr val="tx1"/>
              </a:buClr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5000"/>
              </a:spcAft>
              <a:buClr>
                <a:schemeClr val="tx1"/>
              </a:buClr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5000"/>
              </a:spcAft>
              <a:buClr>
                <a:schemeClr val="tx1"/>
              </a:buClr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5000"/>
              </a:spcAft>
              <a:buClr>
                <a:schemeClr val="tx1"/>
              </a:buClr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9pPr>
          </a:lstStyle>
          <a:p>
            <a:pPr eaLnBrk="1" hangingPunct="1"/>
            <a:r>
              <a:rPr lang="en-US" altLang="en-US" sz="1000" smtClean="0">
                <a:solidFill>
                  <a:schemeClr val="tx1"/>
                </a:solidFill>
                <a:latin typeface="Calibri" panose="020F0502020204030204" pitchFamily="34" charset="0"/>
              </a:rPr>
              <a:t>©1992-2017 by Pearson Education, Inc. All Rights Reserved.</a:t>
            </a:r>
            <a:endParaRPr lang="en-US" altLang="en-US" sz="1000" dirty="0">
              <a:solidFill>
                <a:schemeClr val="tx1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461195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shtp6_03_Page_09"/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50963" y="0"/>
            <a:ext cx="9488487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©1992-2017 by Pearson Education, Inc. All Rights Reserved.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157400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shtp6_03_Page_10"/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490663"/>
            <a:ext cx="12192000" cy="3875087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©1992-2017 by Pearson Education, Inc. All Rights Reserved.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148862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7" name="Rectangle 3"/>
          <p:cNvSpPr>
            <a:spLocks noGrp="1" noChangeArrowheads="1"/>
          </p:cNvSpPr>
          <p:nvPr>
            <p:ph idx="1"/>
          </p:nvPr>
        </p:nvSpPr>
        <p:spPr>
          <a:xfrm>
            <a:off x="609600" y="1481138"/>
            <a:ext cx="10972800" cy="4134465"/>
          </a:xfrm>
          <a:noFill/>
        </p:spPr>
        <p:txBody>
          <a:bodyPr wrap="square">
            <a:spAutoFit/>
          </a:bodyPr>
          <a:lstStyle/>
          <a:p>
            <a:pPr eaLnBrk="1" hangingPunct="1"/>
            <a:r>
              <a:rPr lang="en-US" altLang="en-US" sz="3200" dirty="0" smtClean="0">
                <a:ea typeface="Times New Roman" panose="02020603050405020304" pitchFamily="18" charset="0"/>
                <a:cs typeface="Calibri" panose="020F0502020204030204" pitchFamily="34" charset="0"/>
              </a:rPr>
              <a:t>A </a:t>
            </a:r>
            <a:r>
              <a:rPr lang="en-US" altLang="en-US" sz="3200" b="1" dirty="0" smtClean="0">
                <a:solidFill>
                  <a:srgbClr val="4D99FF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Calibri" panose="020F0502020204030204" pitchFamily="34" charset="0"/>
              </a:rPr>
              <a:t>using</a:t>
            </a:r>
            <a:r>
              <a:rPr lang="en-US" altLang="en-US" sz="3200" b="1" dirty="0" smtClean="0">
                <a:solidFill>
                  <a:srgbClr val="4D99FF"/>
                </a:solidFill>
                <a:ea typeface="Times New Roman" panose="02020603050405020304" pitchFamily="18" charset="0"/>
                <a:cs typeface="Calibri" panose="020F0502020204030204" pitchFamily="34" charset="0"/>
              </a:rPr>
              <a:t> directive</a:t>
            </a:r>
            <a:r>
              <a:rPr lang="en-US" altLang="en-US" sz="3200" dirty="0" smtClean="0">
                <a:ea typeface="Times New Roman" panose="02020603050405020304" pitchFamily="18" charset="0"/>
                <a:cs typeface="Calibri" panose="020F0502020204030204" pitchFamily="34" charset="0"/>
              </a:rPr>
              <a:t> tells the compiler where to look for a predefined class that’s used in an app.</a:t>
            </a:r>
          </a:p>
          <a:p>
            <a:pPr eaLnBrk="1" hangingPunct="1"/>
            <a:r>
              <a:rPr lang="en-US" altLang="en-US" sz="3200" dirty="0" smtClean="0">
                <a:ea typeface="Times New Roman" panose="02020603050405020304" pitchFamily="18" charset="0"/>
                <a:cs typeface="Calibri" panose="020F0502020204030204" pitchFamily="34" charset="0"/>
              </a:rPr>
              <a:t>Predefined classes are organized under </a:t>
            </a:r>
            <a:r>
              <a:rPr lang="en-US" altLang="en-US" sz="3200" b="1" dirty="0" smtClean="0">
                <a:solidFill>
                  <a:srgbClr val="4D99FF"/>
                </a:solidFill>
                <a:ea typeface="Times New Roman" panose="02020603050405020304" pitchFamily="18" charset="0"/>
                <a:cs typeface="Calibri" panose="020F0502020204030204" pitchFamily="34" charset="0"/>
              </a:rPr>
              <a:t>namespaces</a:t>
            </a:r>
            <a:r>
              <a:rPr lang="en-US" altLang="en-US" sz="3200" dirty="0" smtClean="0">
                <a:ea typeface="Times New Roman" panose="02020603050405020304" pitchFamily="18" charset="0"/>
                <a:cs typeface="Calibri" panose="020F0502020204030204" pitchFamily="34" charset="0"/>
              </a:rPr>
              <a:t>—named collections of related classes. Collectively, .</a:t>
            </a:r>
            <a:r>
              <a:rPr lang="en-US" altLang="en-US" sz="3200" dirty="0" smtClean="0">
                <a:ea typeface="Times New Roman" panose="02020603050405020304" pitchFamily="18" charset="0"/>
                <a:cs typeface="Calibri" panose="020F0502020204030204" pitchFamily="34" charset="0"/>
              </a:rPr>
              <a:t>NET’s predefined </a:t>
            </a:r>
            <a:r>
              <a:rPr lang="en-US" altLang="en-US" sz="3200" dirty="0" smtClean="0">
                <a:ea typeface="Times New Roman" panose="02020603050405020304" pitchFamily="18" charset="0"/>
                <a:cs typeface="Calibri" panose="020F0502020204030204" pitchFamily="34" charset="0"/>
              </a:rPr>
              <a:t>namespaces are </a:t>
            </a:r>
            <a:r>
              <a:rPr lang="en-US" altLang="en-US" sz="3200" dirty="0" smtClean="0">
                <a:ea typeface="Times New Roman" panose="02020603050405020304" pitchFamily="18" charset="0"/>
                <a:cs typeface="Calibri" panose="020F0502020204030204" pitchFamily="34" charset="0"/>
              </a:rPr>
              <a:t>known as </a:t>
            </a:r>
            <a:r>
              <a:rPr lang="en-US" altLang="en-US" sz="3200" dirty="0" smtClean="0">
                <a:ea typeface="Times New Roman" panose="02020603050405020304" pitchFamily="18" charset="0"/>
                <a:cs typeface="Calibri" panose="020F0502020204030204" pitchFamily="34" charset="0"/>
              </a:rPr>
              <a:t>the </a:t>
            </a:r>
            <a:r>
              <a:rPr lang="en-US" altLang="en-US" sz="3200" b="1" dirty="0" smtClean="0">
                <a:solidFill>
                  <a:srgbClr val="4D99FF"/>
                </a:solidFill>
                <a:ea typeface="Times New Roman" panose="02020603050405020304" pitchFamily="18" charset="0"/>
                <a:cs typeface="Calibri" panose="020F0502020204030204" pitchFamily="34" charset="0"/>
              </a:rPr>
              <a:t>.NET Framework Class Library</a:t>
            </a:r>
            <a:r>
              <a:rPr lang="en-US" altLang="en-US" sz="3200" dirty="0" smtClean="0">
                <a:ea typeface="Times New Roman" panose="02020603050405020304" pitchFamily="18" charset="0"/>
                <a:cs typeface="Calibri" panose="020F0502020204030204" pitchFamily="34" charset="0"/>
              </a:rPr>
              <a:t>. </a:t>
            </a:r>
          </a:p>
          <a:p>
            <a:pPr eaLnBrk="1" hangingPunct="1"/>
            <a:r>
              <a:rPr lang="en-US" altLang="en-US" sz="3200" dirty="0" smtClean="0">
                <a:ea typeface="Times New Roman" panose="02020603050405020304" pitchFamily="18" charset="0"/>
                <a:cs typeface="Calibri" panose="020F0502020204030204" pitchFamily="34" charset="0"/>
              </a:rPr>
              <a:t>The </a:t>
            </a:r>
            <a:r>
              <a:rPr lang="en-US" altLang="en-US" sz="3200" dirty="0" smtClean="0">
                <a:latin typeface="Consolas" panose="020B0609020204030204" pitchFamily="49" charset="0"/>
                <a:ea typeface="Times New Roman" panose="02020603050405020304" pitchFamily="18" charset="0"/>
                <a:cs typeface="Lucida Console" panose="020B0609040504020204" pitchFamily="49" charset="0"/>
              </a:rPr>
              <a:t>System</a:t>
            </a:r>
            <a:r>
              <a:rPr lang="en-US" altLang="en-US" sz="3200" dirty="0" smtClean="0">
                <a:ea typeface="Times New Roman" panose="02020603050405020304" pitchFamily="18" charset="0"/>
                <a:cs typeface="Calibri" panose="020F0502020204030204" pitchFamily="34" charset="0"/>
              </a:rPr>
              <a:t> namespace contains the predefined </a:t>
            </a:r>
            <a:r>
              <a:rPr lang="en-US" altLang="en-US" sz="3200" dirty="0" smtClean="0">
                <a:latin typeface="Consolas" panose="020B0609020204030204" pitchFamily="49" charset="0"/>
                <a:ea typeface="Times New Roman" panose="02020603050405020304" pitchFamily="18" charset="0"/>
                <a:cs typeface="Lucida Console" panose="020B0609040504020204" pitchFamily="49" charset="0"/>
              </a:rPr>
              <a:t>Console</a:t>
            </a:r>
            <a:r>
              <a:rPr lang="en-US" altLang="en-US" sz="3200" dirty="0" smtClean="0">
                <a:ea typeface="Times New Roman" panose="02020603050405020304" pitchFamily="18" charset="0"/>
                <a:cs typeface="Calibri" panose="020F0502020204030204" pitchFamily="34" charset="0"/>
              </a:rPr>
              <a:t> class and many other useful classes.</a:t>
            </a:r>
            <a:r>
              <a:rPr lang="en-US" altLang="en-US" sz="3200" dirty="0" smtClean="0">
                <a:solidFill>
                  <a:srgbClr val="5AD9B3"/>
                </a:solidFill>
                <a:ea typeface="Times New Roman" panose="02020603050405020304" pitchFamily="18" charset="0"/>
                <a:cs typeface="Calibri" panose="020F0502020204030204" pitchFamily="34" charset="0"/>
              </a:rPr>
              <a:t> </a:t>
            </a:r>
          </a:p>
        </p:txBody>
      </p:sp>
      <p:sp>
        <p:nvSpPr>
          <p:cNvPr id="39939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fontAlgn="auto">
              <a:spcAft>
                <a:spcPts val="0"/>
              </a:spcAft>
              <a:defRPr/>
            </a:pPr>
            <a:r>
              <a:rPr lang="en-US" dirty="0" smtClean="0"/>
              <a:t>3.2.2</a:t>
            </a:r>
            <a:r>
              <a:rPr lang="en-US" dirty="0" smtClean="0"/>
              <a:t>  </a:t>
            </a:r>
            <a:r>
              <a:rPr lang="en-US" dirty="0" smtClean="0"/>
              <a:t>using Directive</a:t>
            </a:r>
            <a:endParaRPr lang="en-US" dirty="0" smtClean="0"/>
          </a:p>
        </p:txBody>
      </p:sp>
      <p:sp>
        <p:nvSpPr>
          <p:cNvPr id="21508" name="Footer Placeholder 1"/>
          <p:cNvSpPr>
            <a:spLocks noGrp="1"/>
          </p:cNvSpPr>
          <p:nvPr>
            <p:ph type="ftr" sz="quarter" idx="1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0" hangingPunct="0"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1pPr>
            <a:lvl2pPr marL="742950" indent="-285750" eaLnBrk="0" hangingPunct="0"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2pPr>
            <a:lvl3pPr marL="1143000" indent="-228600" eaLnBrk="0" hangingPunct="0"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3pPr>
            <a:lvl4pPr marL="1600200" indent="-228600" eaLnBrk="0" hangingPunct="0"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4pPr>
            <a:lvl5pPr marL="2057400" indent="-228600" eaLnBrk="0" hangingPunct="0"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5000"/>
              </a:spcAft>
              <a:buClr>
                <a:schemeClr val="tx1"/>
              </a:buClr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5000"/>
              </a:spcAft>
              <a:buClr>
                <a:schemeClr val="tx1"/>
              </a:buClr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5000"/>
              </a:spcAft>
              <a:buClr>
                <a:schemeClr val="tx1"/>
              </a:buClr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5000"/>
              </a:spcAft>
              <a:buClr>
                <a:schemeClr val="tx1"/>
              </a:buClr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9pPr>
          </a:lstStyle>
          <a:p>
            <a:pPr eaLnBrk="1" hangingPunct="1"/>
            <a:r>
              <a:rPr lang="en-US" altLang="en-US" sz="1000" smtClean="0">
                <a:solidFill>
                  <a:schemeClr val="tx1"/>
                </a:solidFill>
                <a:latin typeface="Calibri" panose="020F0502020204030204" pitchFamily="34" charset="0"/>
              </a:rPr>
              <a:t>©1992-2017 by Pearson Education, Inc. All Rights Reserved.</a:t>
            </a:r>
            <a:endParaRPr lang="en-US" altLang="en-US" sz="1000" dirty="0">
              <a:solidFill>
                <a:schemeClr val="tx1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558794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shtp6_03_Page_11"/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85888" y="0"/>
            <a:ext cx="9420225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©1992-2017 by Pearson Education, Inc. All Rights Reserved.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301649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5" name="Rectangle 3"/>
          <p:cNvSpPr>
            <a:spLocks noGrp="1" noChangeArrowheads="1"/>
          </p:cNvSpPr>
          <p:nvPr>
            <p:ph idx="1"/>
          </p:nvPr>
        </p:nvSpPr>
        <p:spPr>
          <a:xfrm>
            <a:off x="609600" y="1481138"/>
            <a:ext cx="10972800" cy="1620957"/>
          </a:xfrm>
          <a:noFill/>
        </p:spPr>
        <p:txBody>
          <a:bodyPr wrap="square">
            <a:spAutoFit/>
          </a:bodyPr>
          <a:lstStyle/>
          <a:p>
            <a:pPr eaLnBrk="1" hangingPunct="1"/>
            <a:r>
              <a:rPr lang="en-US" altLang="en-US" sz="3200" dirty="0">
                <a:ea typeface="Times New Roman" panose="02020603050405020304" pitchFamily="18" charset="0"/>
                <a:cs typeface="Calibri" panose="020F0502020204030204" pitchFamily="34" charset="0"/>
              </a:rPr>
              <a:t>Blank lines and space characters make code easier to read and together with tab characters are known as </a:t>
            </a:r>
            <a:r>
              <a:rPr lang="en-US" altLang="en-US" sz="3200" b="1" dirty="0">
                <a:solidFill>
                  <a:srgbClr val="4D99FF"/>
                </a:solidFill>
                <a:ea typeface="Times New Roman" panose="02020603050405020304" pitchFamily="18" charset="0"/>
                <a:cs typeface="Calibri" panose="020F0502020204030204" pitchFamily="34" charset="0"/>
              </a:rPr>
              <a:t>whitespace</a:t>
            </a:r>
            <a:r>
              <a:rPr lang="en-US" altLang="en-US" sz="3200" dirty="0">
                <a:ea typeface="Times New Roman" panose="02020603050405020304" pitchFamily="18" charset="0"/>
                <a:cs typeface="Calibri" panose="020F0502020204030204" pitchFamily="34" charset="0"/>
              </a:rPr>
              <a:t>. </a:t>
            </a:r>
          </a:p>
          <a:p>
            <a:pPr eaLnBrk="1" hangingPunct="1"/>
            <a:r>
              <a:rPr lang="en-US" altLang="en-US" sz="3200" dirty="0">
                <a:ea typeface="Times New Roman" panose="02020603050405020304" pitchFamily="18" charset="0"/>
                <a:cs typeface="Calibri" panose="020F0502020204030204" pitchFamily="34" charset="0"/>
              </a:rPr>
              <a:t>Whitespace is ignored by the compiler. </a:t>
            </a:r>
          </a:p>
        </p:txBody>
      </p:sp>
      <p:sp>
        <p:nvSpPr>
          <p:cNvPr id="43011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fontAlgn="auto">
              <a:spcAft>
                <a:spcPts val="0"/>
              </a:spcAft>
              <a:defRPr/>
            </a:pPr>
            <a:r>
              <a:rPr lang="en-US" dirty="0" smtClean="0"/>
              <a:t>3.2.3 Blank Lines and Whitespace</a:t>
            </a:r>
            <a:endParaRPr lang="en-US" dirty="0" smtClean="0"/>
          </a:p>
        </p:txBody>
      </p:sp>
      <p:sp>
        <p:nvSpPr>
          <p:cNvPr id="23556" name="Footer Placeholder 1"/>
          <p:cNvSpPr>
            <a:spLocks noGrp="1"/>
          </p:cNvSpPr>
          <p:nvPr>
            <p:ph type="ftr" sz="quarter" idx="1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0" hangingPunct="0"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1pPr>
            <a:lvl2pPr marL="742950" indent="-285750" eaLnBrk="0" hangingPunct="0"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2pPr>
            <a:lvl3pPr marL="1143000" indent="-228600" eaLnBrk="0" hangingPunct="0"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3pPr>
            <a:lvl4pPr marL="1600200" indent="-228600" eaLnBrk="0" hangingPunct="0"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4pPr>
            <a:lvl5pPr marL="2057400" indent="-228600" eaLnBrk="0" hangingPunct="0"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5000"/>
              </a:spcAft>
              <a:buClr>
                <a:schemeClr val="tx1"/>
              </a:buClr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5000"/>
              </a:spcAft>
              <a:buClr>
                <a:schemeClr val="tx1"/>
              </a:buClr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5000"/>
              </a:spcAft>
              <a:buClr>
                <a:schemeClr val="tx1"/>
              </a:buClr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5000"/>
              </a:spcAft>
              <a:buClr>
                <a:schemeClr val="tx1"/>
              </a:buClr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9pPr>
          </a:lstStyle>
          <a:p>
            <a:pPr eaLnBrk="1" hangingPunct="1"/>
            <a:r>
              <a:rPr lang="en-US" altLang="en-US" sz="1000" smtClean="0">
                <a:solidFill>
                  <a:schemeClr val="tx1"/>
                </a:solidFill>
                <a:latin typeface="Calibri" panose="020F0502020204030204" pitchFamily="34" charset="0"/>
              </a:rPr>
              <a:t>©1992-2017 by Pearson Education, Inc. All Rights Reserved.</a:t>
            </a:r>
            <a:endParaRPr lang="en-US" altLang="en-US" sz="1000" dirty="0">
              <a:solidFill>
                <a:schemeClr val="tx1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880576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9" name="Rectangle 3"/>
          <p:cNvSpPr>
            <a:spLocks noGrp="1" noChangeArrowheads="1"/>
          </p:cNvSpPr>
          <p:nvPr>
            <p:ph idx="1"/>
          </p:nvPr>
        </p:nvSpPr>
        <p:spPr>
          <a:xfrm>
            <a:off x="609600" y="1481138"/>
            <a:ext cx="10972800" cy="4134465"/>
          </a:xfrm>
          <a:noFill/>
        </p:spPr>
        <p:txBody>
          <a:bodyPr wrap="square">
            <a:spAutoFit/>
          </a:bodyPr>
          <a:lstStyle/>
          <a:p>
            <a:pPr eaLnBrk="1" hangingPunct="1"/>
            <a:r>
              <a:rPr lang="en-US" altLang="en-US" sz="3200" b="1" dirty="0" smtClean="0">
                <a:solidFill>
                  <a:srgbClr val="4D99FF"/>
                </a:solidFill>
                <a:ea typeface="Times New Roman" panose="02020603050405020304" pitchFamily="18" charset="0"/>
                <a:cs typeface="Calibri" panose="020F0502020204030204" pitchFamily="34" charset="0"/>
              </a:rPr>
              <a:t>Keywords</a:t>
            </a:r>
            <a:r>
              <a:rPr lang="en-US" altLang="en-US" sz="3200" dirty="0" smtClean="0">
                <a:ea typeface="Times New Roman" panose="02020603050405020304" pitchFamily="18" charset="0"/>
                <a:cs typeface="Calibri" panose="020F0502020204030204" pitchFamily="34" charset="0"/>
              </a:rPr>
              <a:t> (sometimes called </a:t>
            </a:r>
            <a:r>
              <a:rPr lang="en-US" altLang="en-US" sz="3200" b="1" dirty="0" smtClean="0">
                <a:solidFill>
                  <a:srgbClr val="4D99FF"/>
                </a:solidFill>
                <a:ea typeface="Times New Roman" panose="02020603050405020304" pitchFamily="18" charset="0"/>
                <a:cs typeface="Calibri" panose="020F0502020204030204" pitchFamily="34" charset="0"/>
              </a:rPr>
              <a:t>reserved words</a:t>
            </a:r>
            <a:r>
              <a:rPr lang="en-US" altLang="en-US" sz="3200" dirty="0" smtClean="0">
                <a:ea typeface="Times New Roman" panose="02020603050405020304" pitchFamily="18" charset="0"/>
                <a:cs typeface="Calibri" panose="020F0502020204030204" pitchFamily="34" charset="0"/>
              </a:rPr>
              <a:t>) are reserved for use by C# and are always spelled with all lowercase letters.</a:t>
            </a:r>
          </a:p>
          <a:p>
            <a:pPr eaLnBrk="1" hangingPunct="1"/>
            <a:r>
              <a:rPr lang="en-US" altLang="en-US" sz="3200" dirty="0" smtClean="0">
                <a:ea typeface="Times New Roman" panose="02020603050405020304" pitchFamily="18" charset="0"/>
                <a:cs typeface="Calibri" panose="020F0502020204030204" pitchFamily="34" charset="0"/>
              </a:rPr>
              <a:t>Every app consists of at least one </a:t>
            </a:r>
            <a:r>
              <a:rPr lang="en-US" altLang="en-US" sz="3200" b="1" dirty="0" smtClean="0">
                <a:solidFill>
                  <a:srgbClr val="4D99FF"/>
                </a:solidFill>
                <a:ea typeface="Times New Roman" panose="02020603050405020304" pitchFamily="18" charset="0"/>
                <a:cs typeface="Calibri" panose="020F0502020204030204" pitchFamily="34" charset="0"/>
              </a:rPr>
              <a:t>class declaration </a:t>
            </a:r>
            <a:r>
              <a:rPr lang="en-US" altLang="en-US" sz="3200" dirty="0" smtClean="0">
                <a:ea typeface="Times New Roman" panose="02020603050405020304" pitchFamily="18" charset="0"/>
                <a:cs typeface="Calibri" panose="020F0502020204030204" pitchFamily="34" charset="0"/>
              </a:rPr>
              <a:t>that is defined by the programmer. These are known as </a:t>
            </a:r>
            <a:r>
              <a:rPr lang="en-US" altLang="en-US" sz="3200" b="1" dirty="0" smtClean="0">
                <a:solidFill>
                  <a:srgbClr val="4D99FF"/>
                </a:solidFill>
                <a:ea typeface="Times New Roman" panose="02020603050405020304" pitchFamily="18" charset="0"/>
                <a:cs typeface="Calibri" panose="020F0502020204030204" pitchFamily="34" charset="0"/>
              </a:rPr>
              <a:t>user-defined classes</a:t>
            </a:r>
            <a:r>
              <a:rPr lang="en-US" altLang="en-US" sz="3200" dirty="0" smtClean="0">
                <a:ea typeface="Times New Roman" panose="02020603050405020304" pitchFamily="18" charset="0"/>
                <a:cs typeface="Calibri" panose="020F0502020204030204" pitchFamily="34" charset="0"/>
              </a:rPr>
              <a:t>.</a:t>
            </a:r>
          </a:p>
          <a:p>
            <a:pPr eaLnBrk="1" hangingPunct="1"/>
            <a:r>
              <a:rPr lang="en-US" altLang="en-US" sz="3200" dirty="0" smtClean="0">
                <a:ea typeface="Times New Roman" panose="02020603050405020304" pitchFamily="18" charset="0"/>
                <a:cs typeface="Calibri" panose="020F0502020204030204" pitchFamily="34" charset="0"/>
              </a:rPr>
              <a:t>The </a:t>
            </a:r>
            <a:r>
              <a:rPr lang="en-US" altLang="en-US" sz="3200" b="1" dirty="0" smtClean="0">
                <a:solidFill>
                  <a:srgbClr val="4D99FF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Calibri" panose="020F0502020204030204" pitchFamily="34" charset="0"/>
              </a:rPr>
              <a:t>class</a:t>
            </a:r>
            <a:r>
              <a:rPr lang="en-US" altLang="en-US" sz="3200" dirty="0" smtClean="0">
                <a:ea typeface="Times New Roman" panose="02020603050405020304" pitchFamily="18" charset="0"/>
                <a:cs typeface="Calibri" panose="020F0502020204030204" pitchFamily="34" charset="0"/>
              </a:rPr>
              <a:t> keyword introduces a class declaration and is immediately followed by the </a:t>
            </a:r>
            <a:r>
              <a:rPr lang="en-US" altLang="en-US" sz="3200" b="1" dirty="0" smtClean="0">
                <a:solidFill>
                  <a:srgbClr val="4D99FF"/>
                </a:solidFill>
                <a:ea typeface="Times New Roman" panose="02020603050405020304" pitchFamily="18" charset="0"/>
                <a:cs typeface="Calibri" panose="020F0502020204030204" pitchFamily="34" charset="0"/>
              </a:rPr>
              <a:t>class name</a:t>
            </a:r>
            <a:r>
              <a:rPr lang="en-US" altLang="en-US" sz="3200" dirty="0" smtClean="0">
                <a:ea typeface="Times New Roman" panose="02020603050405020304" pitchFamily="18" charset="0"/>
                <a:cs typeface="Calibri" panose="020F0502020204030204" pitchFamily="34" charset="0"/>
              </a:rPr>
              <a:t>. </a:t>
            </a:r>
          </a:p>
        </p:txBody>
      </p:sp>
      <p:sp>
        <p:nvSpPr>
          <p:cNvPr id="44035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fontAlgn="auto">
              <a:spcAft>
                <a:spcPts val="0"/>
              </a:spcAft>
              <a:defRPr/>
            </a:pPr>
            <a:r>
              <a:rPr lang="en-US" dirty="0" smtClean="0"/>
              <a:t>3.2.4 Class Declaration</a:t>
            </a:r>
            <a:endParaRPr lang="en-US" dirty="0" smtClean="0"/>
          </a:p>
        </p:txBody>
      </p:sp>
      <p:sp>
        <p:nvSpPr>
          <p:cNvPr id="24580" name="Footer Placeholder 1"/>
          <p:cNvSpPr>
            <a:spLocks noGrp="1"/>
          </p:cNvSpPr>
          <p:nvPr>
            <p:ph type="ftr" sz="quarter" idx="1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0" hangingPunct="0"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1pPr>
            <a:lvl2pPr marL="742950" indent="-285750" eaLnBrk="0" hangingPunct="0"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2pPr>
            <a:lvl3pPr marL="1143000" indent="-228600" eaLnBrk="0" hangingPunct="0"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3pPr>
            <a:lvl4pPr marL="1600200" indent="-228600" eaLnBrk="0" hangingPunct="0"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4pPr>
            <a:lvl5pPr marL="2057400" indent="-228600" eaLnBrk="0" hangingPunct="0"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5000"/>
              </a:spcAft>
              <a:buClr>
                <a:schemeClr val="tx1"/>
              </a:buClr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5000"/>
              </a:spcAft>
              <a:buClr>
                <a:schemeClr val="tx1"/>
              </a:buClr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5000"/>
              </a:spcAft>
              <a:buClr>
                <a:schemeClr val="tx1"/>
              </a:buClr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5000"/>
              </a:spcAft>
              <a:buClr>
                <a:schemeClr val="tx1"/>
              </a:buClr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9pPr>
          </a:lstStyle>
          <a:p>
            <a:pPr eaLnBrk="1" hangingPunct="1"/>
            <a:r>
              <a:rPr lang="en-US" altLang="en-US" sz="1000" smtClean="0">
                <a:solidFill>
                  <a:schemeClr val="tx1"/>
                </a:solidFill>
                <a:latin typeface="Calibri" panose="020F0502020204030204" pitchFamily="34" charset="0"/>
              </a:rPr>
              <a:t>©1992-2017 by Pearson Education, Inc. All Rights Reserved.</a:t>
            </a:r>
            <a:endParaRPr lang="en-US" altLang="en-US" sz="1000" dirty="0">
              <a:solidFill>
                <a:schemeClr val="tx1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012955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3" name="Rectangle 5"/>
          <p:cNvSpPr>
            <a:spLocks noGrp="1" noChangeArrowheads="1"/>
          </p:cNvSpPr>
          <p:nvPr>
            <p:ph idx="1"/>
          </p:nvPr>
        </p:nvSpPr>
        <p:spPr>
          <a:xfrm>
            <a:off x="609600" y="1481138"/>
            <a:ext cx="10972800" cy="4139595"/>
          </a:xfrm>
          <a:noFill/>
        </p:spPr>
        <p:txBody>
          <a:bodyPr wrap="square">
            <a:spAutoFit/>
          </a:bodyPr>
          <a:lstStyle/>
          <a:p>
            <a:pPr eaLnBrk="1" hangingPunct="1"/>
            <a:r>
              <a:rPr lang="en-US" altLang="en-US" sz="3200" dirty="0">
                <a:cs typeface="Times New Roman" panose="02020603050405020304" pitchFamily="18" charset="0"/>
              </a:rPr>
              <a:t>A class name is an </a:t>
            </a:r>
            <a:r>
              <a:rPr lang="en-US" altLang="en-US" sz="3200" b="1" dirty="0" smtClean="0">
                <a:solidFill>
                  <a:srgbClr val="4D99FF"/>
                </a:solidFill>
                <a:cs typeface="Times New Roman" panose="02020603050405020304" pitchFamily="18" charset="0"/>
              </a:rPr>
              <a:t>identifier</a:t>
            </a:r>
            <a:r>
              <a:rPr lang="en-US" altLang="en-US" sz="3200" dirty="0" smtClean="0">
                <a:cs typeface="Times New Roman" panose="02020603050405020304" pitchFamily="18" charset="0"/>
              </a:rPr>
              <a:t>:</a:t>
            </a:r>
          </a:p>
          <a:p>
            <a:pPr lvl="1" eaLnBrk="1" hangingPunct="1"/>
            <a:r>
              <a:rPr lang="en-US" altLang="en-US" sz="2800" dirty="0">
                <a:cs typeface="Times New Roman" panose="02020603050405020304" pitchFamily="18" charset="0"/>
              </a:rPr>
              <a:t>Series of characters consisting of letters, digits and </a:t>
            </a:r>
            <a:r>
              <a:rPr lang="en-US" altLang="en-US" sz="2800" dirty="0" smtClean="0">
                <a:cs typeface="Times New Roman" panose="02020603050405020304" pitchFamily="18" charset="0"/>
              </a:rPr>
              <a:t>underscores.</a:t>
            </a:r>
            <a:endParaRPr lang="en-US" altLang="en-US" sz="2800" dirty="0">
              <a:cs typeface="Times New Roman" panose="02020603050405020304" pitchFamily="18" charset="0"/>
            </a:endParaRPr>
          </a:p>
          <a:p>
            <a:pPr lvl="1" eaLnBrk="1" hangingPunct="1"/>
            <a:r>
              <a:rPr lang="en-US" altLang="en-US" sz="2800" dirty="0" smtClean="0">
                <a:cs typeface="Times New Roman" panose="02020603050405020304" pitchFamily="18" charset="0"/>
              </a:rPr>
              <a:t>Cannot </a:t>
            </a:r>
            <a:r>
              <a:rPr lang="en-US" altLang="en-US" sz="2800" dirty="0">
                <a:cs typeface="Times New Roman" panose="02020603050405020304" pitchFamily="18" charset="0"/>
              </a:rPr>
              <a:t>begin with a digit and does not contain spaces.</a:t>
            </a:r>
          </a:p>
          <a:p>
            <a:pPr eaLnBrk="1" hangingPunct="1"/>
            <a:r>
              <a:rPr lang="en-US" altLang="en-US" sz="3200" dirty="0">
                <a:cs typeface="Times New Roman" panose="02020603050405020304" pitchFamily="18" charset="0"/>
              </a:rPr>
              <a:t>The complete list of C# keywords is shown in Fig.</a:t>
            </a:r>
            <a:r>
              <a:rPr lang="en-US" altLang="en-US" sz="3200" dirty="0">
                <a:latin typeface="Calibri" panose="020F0502020204030204" pitchFamily="34" charset="0"/>
                <a:cs typeface="Times New Roman" panose="02020603050405020304" pitchFamily="18" charset="0"/>
              </a:rPr>
              <a:t> </a:t>
            </a:r>
            <a:r>
              <a:rPr lang="en-US" altLang="en-US" sz="3200" dirty="0">
                <a:cs typeface="Times New Roman" panose="02020603050405020304" pitchFamily="18" charset="0"/>
              </a:rPr>
              <a:t>3.2. </a:t>
            </a:r>
          </a:p>
          <a:p>
            <a:pPr eaLnBrk="1" hangingPunct="1"/>
            <a:r>
              <a:rPr lang="en-US" altLang="en-US" sz="3200" dirty="0">
                <a:cs typeface="Times New Roman" panose="02020603050405020304" pitchFamily="18" charset="0"/>
              </a:rPr>
              <a:t>The contextual keywords in Fig.</a:t>
            </a:r>
            <a:r>
              <a:rPr lang="en-US" altLang="en-US" sz="3200" dirty="0">
                <a:latin typeface="Calibri" panose="020F0502020204030204" pitchFamily="34" charset="0"/>
                <a:cs typeface="Times New Roman" panose="02020603050405020304" pitchFamily="18" charset="0"/>
              </a:rPr>
              <a:t> </a:t>
            </a:r>
            <a:r>
              <a:rPr lang="en-US" altLang="en-US" sz="3200" dirty="0">
                <a:cs typeface="Times New Roman" panose="02020603050405020304" pitchFamily="18" charset="0"/>
              </a:rPr>
              <a:t>3.2 can be used as </a:t>
            </a:r>
            <a:r>
              <a:rPr lang="en-US" altLang="en-US" sz="3200" dirty="0" smtClean="0">
                <a:cs typeface="Times New Roman" panose="02020603050405020304" pitchFamily="18" charset="0"/>
              </a:rPr>
              <a:t>identifiers outside </a:t>
            </a:r>
            <a:r>
              <a:rPr lang="en-US" altLang="en-US" sz="3200" dirty="0">
                <a:cs typeface="Times New Roman" panose="02020603050405020304" pitchFamily="18" charset="0"/>
              </a:rPr>
              <a:t>the contexts in which they are keywords, but for </a:t>
            </a:r>
            <a:r>
              <a:rPr lang="en-US" altLang="en-US" sz="3200" dirty="0" smtClean="0">
                <a:cs typeface="Times New Roman" panose="02020603050405020304" pitchFamily="18" charset="0"/>
              </a:rPr>
              <a:t>clarity this </a:t>
            </a:r>
            <a:r>
              <a:rPr lang="en-US" altLang="en-US" sz="3200" dirty="0">
                <a:cs typeface="Times New Roman" panose="02020603050405020304" pitchFamily="18" charset="0"/>
              </a:rPr>
              <a:t>is not recommended. </a:t>
            </a:r>
          </a:p>
          <a:p>
            <a:pPr eaLnBrk="1" hangingPunct="1"/>
            <a:endParaRPr lang="en-US" altLang="en-US" sz="3200" dirty="0">
              <a:cs typeface="Times New Roman" panose="02020603050405020304" pitchFamily="18" charset="0"/>
            </a:endParaRPr>
          </a:p>
        </p:txBody>
      </p:sp>
      <p:sp>
        <p:nvSpPr>
          <p:cNvPr id="2054" name="Rectangle 7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fontAlgn="auto">
              <a:spcAft>
                <a:spcPts val="0"/>
              </a:spcAft>
              <a:defRPr/>
            </a:pPr>
            <a:r>
              <a:rPr lang="en-US" dirty="0"/>
              <a:t>3.2.4 Class Declaration</a:t>
            </a:r>
            <a:endParaRPr lang="en-US" dirty="0" smtClean="0"/>
          </a:p>
        </p:txBody>
      </p:sp>
      <p:sp>
        <p:nvSpPr>
          <p:cNvPr id="25604" name="Footer Placeholder 1"/>
          <p:cNvSpPr>
            <a:spLocks noGrp="1"/>
          </p:cNvSpPr>
          <p:nvPr>
            <p:ph type="ftr" sz="quarter" idx="1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0" hangingPunct="0"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1pPr>
            <a:lvl2pPr marL="742950" indent="-285750" eaLnBrk="0" hangingPunct="0"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2pPr>
            <a:lvl3pPr marL="1143000" indent="-228600" eaLnBrk="0" hangingPunct="0"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3pPr>
            <a:lvl4pPr marL="1600200" indent="-228600" eaLnBrk="0" hangingPunct="0"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4pPr>
            <a:lvl5pPr marL="2057400" indent="-228600" eaLnBrk="0" hangingPunct="0"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5000"/>
              </a:spcAft>
              <a:buClr>
                <a:schemeClr val="tx1"/>
              </a:buClr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5000"/>
              </a:spcAft>
              <a:buClr>
                <a:schemeClr val="tx1"/>
              </a:buClr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5000"/>
              </a:spcAft>
              <a:buClr>
                <a:schemeClr val="tx1"/>
              </a:buClr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5000"/>
              </a:spcAft>
              <a:buClr>
                <a:schemeClr val="tx1"/>
              </a:buClr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9pPr>
          </a:lstStyle>
          <a:p>
            <a:pPr eaLnBrk="1" hangingPunct="1"/>
            <a:r>
              <a:rPr lang="en-US" altLang="en-US" sz="1000" smtClean="0">
                <a:solidFill>
                  <a:schemeClr val="tx1"/>
                </a:solidFill>
                <a:latin typeface="Calibri" panose="020F0502020204030204" pitchFamily="34" charset="0"/>
              </a:rPr>
              <a:t>©1992-2017 by Pearson Education, Inc. All Rights Reserved.</a:t>
            </a:r>
            <a:endParaRPr lang="en-US" altLang="en-US" sz="1000" dirty="0">
              <a:solidFill>
                <a:schemeClr val="tx1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375174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shtp6_03_Page_12"/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747838"/>
            <a:ext cx="12192000" cy="3360737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©1992-2017 by Pearson Education, Inc. All Rights Reserved.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00275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shtp6_03_Page_13"/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785938"/>
            <a:ext cx="12192000" cy="3286125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©1992-2017 by Pearson Education, Inc. All Rights Reserved.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252357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shtp6_03_Page_14"/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324100"/>
            <a:ext cx="12192000" cy="2209800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©1992-2017 by Pearson Education, Inc. All Rights Reserved.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730382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shtp6_03_Page_15"/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1963" y="0"/>
            <a:ext cx="11268075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©1992-2017 by Pearson Education, Inc. All Rights Reserved.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646829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shtp6_03_Page_16"/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069975"/>
            <a:ext cx="12192000" cy="4716463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©1992-2017 by Pearson Education, Inc. All Rights Reserved.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243727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5" name="Rectangle 3"/>
          <p:cNvSpPr>
            <a:spLocks noGrp="1" noChangeArrowheads="1"/>
          </p:cNvSpPr>
          <p:nvPr>
            <p:ph idx="1"/>
          </p:nvPr>
        </p:nvSpPr>
        <p:spPr>
          <a:xfrm>
            <a:off x="609600" y="1481139"/>
            <a:ext cx="10972800" cy="2113399"/>
          </a:xfrm>
          <a:noFill/>
        </p:spPr>
        <p:txBody>
          <a:bodyPr wrap="square">
            <a:spAutoFit/>
          </a:bodyPr>
          <a:lstStyle/>
          <a:p>
            <a:pPr eaLnBrk="1" hangingPunct="1"/>
            <a:r>
              <a:rPr lang="en-US" altLang="en-US" sz="3200" dirty="0" smtClean="0">
                <a:ea typeface="Times New Roman" panose="02020603050405020304" pitchFamily="18" charset="0"/>
                <a:cs typeface="Calibri" panose="020F0502020204030204" pitchFamily="34" charset="0"/>
              </a:rPr>
              <a:t>C# is </a:t>
            </a:r>
            <a:r>
              <a:rPr lang="en-US" altLang="en-US" sz="3200" b="1" dirty="0" smtClean="0">
                <a:solidFill>
                  <a:srgbClr val="4D99FF"/>
                </a:solidFill>
                <a:ea typeface="Times New Roman" panose="02020603050405020304" pitchFamily="18" charset="0"/>
                <a:cs typeface="Calibri" panose="020F0502020204030204" pitchFamily="34" charset="0"/>
              </a:rPr>
              <a:t>case sensitive</a:t>
            </a:r>
            <a:r>
              <a:rPr lang="en-US" altLang="en-US" sz="3200" dirty="0" smtClean="0">
                <a:ea typeface="Times New Roman" panose="02020603050405020304" pitchFamily="18" charset="0"/>
                <a:cs typeface="Calibri" panose="020F0502020204030204" pitchFamily="34" charset="0"/>
              </a:rPr>
              <a:t>—that is, uppercase and lowercase letters are distinct, so </a:t>
            </a:r>
            <a:r>
              <a:rPr lang="en-US" altLang="en-US" sz="3200" dirty="0" smtClean="0">
                <a:latin typeface="Consolas" panose="020B0609020204030204" pitchFamily="49" charset="0"/>
                <a:ea typeface="Times New Roman" panose="02020603050405020304" pitchFamily="18" charset="0"/>
                <a:cs typeface="Lucida Console" panose="020B0609040504020204" pitchFamily="49" charset="0"/>
              </a:rPr>
              <a:t>a1</a:t>
            </a:r>
            <a:r>
              <a:rPr lang="en-US" altLang="en-US" sz="3200" dirty="0" smtClean="0">
                <a:ea typeface="Times New Roman" panose="02020603050405020304" pitchFamily="18" charset="0"/>
                <a:cs typeface="Calibri" panose="020F0502020204030204" pitchFamily="34" charset="0"/>
              </a:rPr>
              <a:t> and </a:t>
            </a:r>
            <a:r>
              <a:rPr lang="en-US" altLang="en-US" sz="3200" dirty="0" smtClean="0">
                <a:latin typeface="Consolas" panose="020B0609020204030204" pitchFamily="49" charset="0"/>
                <a:ea typeface="Times New Roman" panose="02020603050405020304" pitchFamily="18" charset="0"/>
                <a:cs typeface="Lucida Console" panose="020B0609040504020204" pitchFamily="49" charset="0"/>
              </a:rPr>
              <a:t>A1</a:t>
            </a:r>
            <a:r>
              <a:rPr lang="en-US" altLang="en-US" sz="3200" dirty="0" smtClean="0">
                <a:ea typeface="Times New Roman" panose="02020603050405020304" pitchFamily="18" charset="0"/>
                <a:cs typeface="Calibri" panose="020F0502020204030204" pitchFamily="34" charset="0"/>
              </a:rPr>
              <a:t> are different (but both valid) identifiers.</a:t>
            </a:r>
            <a:r>
              <a:rPr lang="en-US" altLang="en-US" sz="3200" dirty="0" smtClean="0">
                <a:solidFill>
                  <a:srgbClr val="4D99FF"/>
                </a:solidFill>
                <a:ea typeface="Times New Roman" panose="02020603050405020304" pitchFamily="18" charset="0"/>
                <a:cs typeface="Calibri" panose="020F0502020204030204" pitchFamily="34" charset="0"/>
              </a:rPr>
              <a:t> </a:t>
            </a:r>
          </a:p>
          <a:p>
            <a:pPr eaLnBrk="1" hangingPunct="1"/>
            <a:endParaRPr lang="en-US" altLang="en-US" sz="3200" dirty="0" smtClean="0">
              <a:solidFill>
                <a:srgbClr val="4D99FF"/>
              </a:solidFill>
              <a:ea typeface="Times New Roman" panose="02020603050405020304" pitchFamily="18" charset="0"/>
              <a:cs typeface="Calibri" panose="020F0502020204030204" pitchFamily="34" charset="0"/>
            </a:endParaRPr>
          </a:p>
        </p:txBody>
      </p:sp>
      <p:sp>
        <p:nvSpPr>
          <p:cNvPr id="49155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fontAlgn="auto">
              <a:spcAft>
                <a:spcPts val="0"/>
              </a:spcAft>
              <a:defRPr/>
            </a:pPr>
            <a:r>
              <a:rPr lang="en-US" dirty="0"/>
              <a:t>3.2.4 Class Declaration</a:t>
            </a:r>
            <a:endParaRPr lang="en-US" dirty="0" smtClean="0"/>
          </a:p>
        </p:txBody>
      </p:sp>
      <p:sp>
        <p:nvSpPr>
          <p:cNvPr id="28676" name="Footer Placeholder 1"/>
          <p:cNvSpPr>
            <a:spLocks noGrp="1"/>
          </p:cNvSpPr>
          <p:nvPr>
            <p:ph type="ftr" sz="quarter" idx="1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0" hangingPunct="0"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1pPr>
            <a:lvl2pPr marL="742950" indent="-285750" eaLnBrk="0" hangingPunct="0"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2pPr>
            <a:lvl3pPr marL="1143000" indent="-228600" eaLnBrk="0" hangingPunct="0"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3pPr>
            <a:lvl4pPr marL="1600200" indent="-228600" eaLnBrk="0" hangingPunct="0"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4pPr>
            <a:lvl5pPr marL="2057400" indent="-228600" eaLnBrk="0" hangingPunct="0"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5000"/>
              </a:spcAft>
              <a:buClr>
                <a:schemeClr val="tx1"/>
              </a:buClr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5000"/>
              </a:spcAft>
              <a:buClr>
                <a:schemeClr val="tx1"/>
              </a:buClr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5000"/>
              </a:spcAft>
              <a:buClr>
                <a:schemeClr val="tx1"/>
              </a:buClr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5000"/>
              </a:spcAft>
              <a:buClr>
                <a:schemeClr val="tx1"/>
              </a:buClr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9pPr>
          </a:lstStyle>
          <a:p>
            <a:pPr eaLnBrk="1" hangingPunct="1"/>
            <a:r>
              <a:rPr lang="en-US" altLang="en-US" sz="1000" smtClean="0">
                <a:solidFill>
                  <a:schemeClr val="tx1"/>
                </a:solidFill>
                <a:latin typeface="Calibri" panose="020F0502020204030204" pitchFamily="34" charset="0"/>
              </a:rPr>
              <a:t>©1992-2017 by Pearson Education, Inc. All Rights Reserved.</a:t>
            </a:r>
            <a:endParaRPr lang="en-US" altLang="en-US" sz="1000" dirty="0">
              <a:solidFill>
                <a:schemeClr val="tx1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237035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shtp6_03_Page_17"/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273175"/>
            <a:ext cx="12192000" cy="4311650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©1992-2017 by Pearson Education, Inc. All Rights Reserved.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512941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1" name="Rectangle 3"/>
          <p:cNvSpPr>
            <a:spLocks noGrp="1" noChangeArrowheads="1"/>
          </p:cNvSpPr>
          <p:nvPr>
            <p:ph idx="1"/>
          </p:nvPr>
        </p:nvSpPr>
        <p:spPr>
          <a:xfrm>
            <a:off x="609600" y="1481139"/>
            <a:ext cx="10972800" cy="1620957"/>
          </a:xfrm>
          <a:noFill/>
        </p:spPr>
        <p:txBody>
          <a:bodyPr wrap="square">
            <a:spAutoFit/>
          </a:bodyPr>
          <a:lstStyle/>
          <a:p>
            <a:pPr eaLnBrk="1" hangingPunct="1"/>
            <a:r>
              <a:rPr lang="en-US" altLang="en-US" sz="3200" dirty="0">
                <a:ea typeface="Times New Roman" panose="02020603050405020304" pitchFamily="18" charset="0"/>
                <a:cs typeface="Calibri" panose="020F0502020204030204" pitchFamily="34" charset="0"/>
              </a:rPr>
              <a:t>A </a:t>
            </a:r>
            <a:r>
              <a:rPr lang="en-US" altLang="en-US" sz="3200" b="1" dirty="0">
                <a:solidFill>
                  <a:srgbClr val="4D99FF"/>
                </a:solidFill>
                <a:ea typeface="Times New Roman" panose="02020603050405020304" pitchFamily="18" charset="0"/>
                <a:cs typeface="Calibri" panose="020F0502020204030204" pitchFamily="34" charset="0"/>
              </a:rPr>
              <a:t>left brace</a:t>
            </a:r>
            <a:r>
              <a:rPr lang="en-US" altLang="en-US" sz="3200" dirty="0">
                <a:ea typeface="Times New Roman" panose="02020603050405020304" pitchFamily="18" charset="0"/>
                <a:cs typeface="Calibri" panose="020F0502020204030204" pitchFamily="34" charset="0"/>
              </a:rPr>
              <a:t>, </a:t>
            </a:r>
            <a:r>
              <a:rPr lang="en-US" altLang="en-US" sz="3200" dirty="0">
                <a:latin typeface="Consolas" panose="020B0609020204030204" pitchFamily="49" charset="0"/>
                <a:ea typeface="Times New Roman" panose="02020603050405020304" pitchFamily="18" charset="0"/>
                <a:cs typeface="Lucida Console" panose="020B0609040504020204" pitchFamily="49" charset="0"/>
              </a:rPr>
              <a:t>{</a:t>
            </a:r>
            <a:r>
              <a:rPr lang="en-US" altLang="en-US" sz="3200" dirty="0">
                <a:ea typeface="Times New Roman" panose="02020603050405020304" pitchFamily="18" charset="0"/>
                <a:cs typeface="Calibri" panose="020F0502020204030204" pitchFamily="34" charset="0"/>
              </a:rPr>
              <a:t>, begins the </a:t>
            </a:r>
            <a:r>
              <a:rPr lang="en-US" altLang="en-US" sz="3200" b="1" dirty="0">
                <a:solidFill>
                  <a:srgbClr val="4D99FF"/>
                </a:solidFill>
                <a:ea typeface="Times New Roman" panose="02020603050405020304" pitchFamily="18" charset="0"/>
                <a:cs typeface="Calibri" panose="020F0502020204030204" pitchFamily="34" charset="0"/>
              </a:rPr>
              <a:t>body</a:t>
            </a:r>
            <a:r>
              <a:rPr lang="en-US" altLang="en-US" sz="3200" dirty="0">
                <a:ea typeface="Times New Roman" panose="02020603050405020304" pitchFamily="18" charset="0"/>
                <a:cs typeface="Calibri" panose="020F0502020204030204" pitchFamily="34" charset="0"/>
              </a:rPr>
              <a:t> of every class declaration. </a:t>
            </a:r>
          </a:p>
          <a:p>
            <a:pPr eaLnBrk="1" hangingPunct="1"/>
            <a:r>
              <a:rPr lang="en-US" altLang="en-US" sz="3200" dirty="0">
                <a:ea typeface="Times New Roman" panose="02020603050405020304" pitchFamily="18" charset="0"/>
                <a:cs typeface="Calibri" panose="020F0502020204030204" pitchFamily="34" charset="0"/>
              </a:rPr>
              <a:t>A corresponding </a:t>
            </a:r>
            <a:r>
              <a:rPr lang="en-US" altLang="en-US" sz="3200" b="1" dirty="0">
                <a:solidFill>
                  <a:srgbClr val="4D99FF"/>
                </a:solidFill>
                <a:ea typeface="Times New Roman" panose="02020603050405020304" pitchFamily="18" charset="0"/>
                <a:cs typeface="Calibri" panose="020F0502020204030204" pitchFamily="34" charset="0"/>
              </a:rPr>
              <a:t>right brace</a:t>
            </a:r>
            <a:r>
              <a:rPr lang="en-US" altLang="en-US" sz="3200" dirty="0">
                <a:ea typeface="Times New Roman" panose="02020603050405020304" pitchFamily="18" charset="0"/>
                <a:cs typeface="Calibri" panose="020F0502020204030204" pitchFamily="34" charset="0"/>
              </a:rPr>
              <a:t>, </a:t>
            </a:r>
            <a:r>
              <a:rPr lang="en-US" altLang="en-US" sz="3200" dirty="0">
                <a:latin typeface="Consolas" panose="020B0609020204030204" pitchFamily="49" charset="0"/>
                <a:ea typeface="Times New Roman" panose="02020603050405020304" pitchFamily="18" charset="0"/>
                <a:cs typeface="Lucida Console" panose="020B0609040504020204" pitchFamily="49" charset="0"/>
              </a:rPr>
              <a:t>}</a:t>
            </a:r>
            <a:r>
              <a:rPr lang="en-US" altLang="en-US" sz="3200" dirty="0">
                <a:ea typeface="Times New Roman" panose="02020603050405020304" pitchFamily="18" charset="0"/>
                <a:cs typeface="Calibri" panose="020F0502020204030204" pitchFamily="34" charset="0"/>
              </a:rPr>
              <a:t>, must end each class declaration. </a:t>
            </a:r>
          </a:p>
        </p:txBody>
      </p:sp>
      <p:sp>
        <p:nvSpPr>
          <p:cNvPr id="53251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fontAlgn="auto">
              <a:spcAft>
                <a:spcPts val="0"/>
              </a:spcAft>
              <a:defRPr/>
            </a:pPr>
            <a:r>
              <a:rPr lang="en-US" dirty="0"/>
              <a:t>3.2.4 Class Declaration</a:t>
            </a:r>
            <a:endParaRPr lang="en-US" dirty="0" smtClean="0"/>
          </a:p>
        </p:txBody>
      </p:sp>
      <p:sp>
        <p:nvSpPr>
          <p:cNvPr id="32772" name="Footer Placeholder 1"/>
          <p:cNvSpPr>
            <a:spLocks noGrp="1"/>
          </p:cNvSpPr>
          <p:nvPr>
            <p:ph type="ftr" sz="quarter" idx="1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0" hangingPunct="0"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1pPr>
            <a:lvl2pPr marL="742950" indent="-285750" eaLnBrk="0" hangingPunct="0"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2pPr>
            <a:lvl3pPr marL="1143000" indent="-228600" eaLnBrk="0" hangingPunct="0"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3pPr>
            <a:lvl4pPr marL="1600200" indent="-228600" eaLnBrk="0" hangingPunct="0"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4pPr>
            <a:lvl5pPr marL="2057400" indent="-228600" eaLnBrk="0" hangingPunct="0"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5000"/>
              </a:spcAft>
              <a:buClr>
                <a:schemeClr val="tx1"/>
              </a:buClr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5000"/>
              </a:spcAft>
              <a:buClr>
                <a:schemeClr val="tx1"/>
              </a:buClr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5000"/>
              </a:spcAft>
              <a:buClr>
                <a:schemeClr val="tx1"/>
              </a:buClr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5000"/>
              </a:spcAft>
              <a:buClr>
                <a:schemeClr val="tx1"/>
              </a:buClr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9pPr>
          </a:lstStyle>
          <a:p>
            <a:pPr eaLnBrk="1" hangingPunct="1"/>
            <a:r>
              <a:rPr lang="en-US" altLang="en-US" sz="1000" smtClean="0">
                <a:solidFill>
                  <a:schemeClr val="tx1"/>
                </a:solidFill>
                <a:latin typeface="Calibri" panose="020F0502020204030204" pitchFamily="34" charset="0"/>
              </a:rPr>
              <a:t>©1992-2017 by Pearson Education, Inc. All Rights Reserved.</a:t>
            </a:r>
            <a:endParaRPr lang="en-US" altLang="en-US" sz="1000" dirty="0">
              <a:solidFill>
                <a:schemeClr val="tx1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146013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shtp6_03_Page_18"/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014413"/>
            <a:ext cx="12192000" cy="4827587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©1992-2017 by Pearson Education, Inc. All Rights Reserved.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000379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shtp6_03_Page_19"/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7175" y="0"/>
            <a:ext cx="1167765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©1992-2017 by Pearson Education, Inc. All Rights Reserved.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479756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shtp6_03_Page_20"/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203325"/>
            <a:ext cx="12192000" cy="4449763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©1992-2017 by Pearson Education, Inc. All Rights Reserved.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3700561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shtp6_03_Page_21"/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985963"/>
            <a:ext cx="12192000" cy="2886075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©1992-2017 by Pearson Education, Inc. All Rights Reserved.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7410609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6" name="Rectangle 3"/>
          <p:cNvSpPr>
            <a:spLocks noGrp="1" noChangeArrowheads="1"/>
          </p:cNvSpPr>
          <p:nvPr>
            <p:ph idx="1"/>
          </p:nvPr>
        </p:nvSpPr>
        <p:spPr>
          <a:xfrm>
            <a:off x="609600" y="1481139"/>
            <a:ext cx="10972800" cy="4462760"/>
          </a:xfrm>
        </p:spPr>
        <p:txBody>
          <a:bodyPr wrap="square">
            <a:spAutoFit/>
          </a:bodyPr>
          <a:lstStyle/>
          <a:p>
            <a:pPr marL="365760" indent="-256032" fontAlgn="auto">
              <a:spcAft>
                <a:spcPts val="0"/>
              </a:spcAft>
              <a:buFont typeface="Wingdings 3"/>
              <a:buChar char=""/>
              <a:defRPr/>
            </a:pPr>
            <a:r>
              <a:rPr lang="en-US" sz="2400" b="1" dirty="0">
                <a:solidFill>
                  <a:srgbClr val="4D99FF"/>
                </a:solidFill>
                <a:ea typeface="Times New Roman" pitchFamily="18" charset="0"/>
                <a:cs typeface="Calibri" panose="020F0502020204030204" pitchFamily="34" charset="0"/>
              </a:rPr>
              <a:t>Parentheses</a:t>
            </a:r>
            <a:r>
              <a:rPr lang="en-US" sz="2400" dirty="0">
                <a:ea typeface="Times New Roman" pitchFamily="18" charset="0"/>
                <a:cs typeface="Calibri" panose="020F0502020204030204" pitchFamily="34" charset="0"/>
              </a:rPr>
              <a:t> after an identifier indicate that it is an app building block called a method. Class declarations normally contain one or more methods.</a:t>
            </a:r>
          </a:p>
          <a:p>
            <a:pPr marL="365760" indent="-256032" fontAlgn="auto">
              <a:spcAft>
                <a:spcPts val="0"/>
              </a:spcAft>
              <a:buFont typeface="Wingdings 3"/>
              <a:buChar char=""/>
              <a:defRPr/>
            </a:pPr>
            <a:r>
              <a:rPr lang="en-US" sz="2400" dirty="0">
                <a:ea typeface="Times New Roman" pitchFamily="18" charset="0"/>
                <a:cs typeface="Calibri" panose="020F0502020204030204" pitchFamily="34" charset="0"/>
              </a:rPr>
              <a:t>Method names usually follow the same casing capitalization conventions used for class names.</a:t>
            </a:r>
          </a:p>
          <a:p>
            <a:pPr marL="365760" indent="-256032" fontAlgn="auto">
              <a:spcAft>
                <a:spcPts val="0"/>
              </a:spcAft>
              <a:buFont typeface="Wingdings 3"/>
              <a:buChar char=""/>
              <a:defRPr/>
            </a:pPr>
            <a:r>
              <a:rPr lang="en-US" sz="2400" dirty="0">
                <a:ea typeface="Times New Roman" pitchFamily="18" charset="0"/>
                <a:cs typeface="Calibri" panose="020F0502020204030204" pitchFamily="34" charset="0"/>
              </a:rPr>
              <a:t>For each app, one of the methods in a class must be called </a:t>
            </a:r>
            <a:r>
              <a:rPr lang="en-US" sz="2400" dirty="0">
                <a:latin typeface="Consolas" panose="020B0609020204030204" pitchFamily="49" charset="0"/>
                <a:ea typeface="Times New Roman" pitchFamily="18" charset="0"/>
                <a:cs typeface="Lucida Console" pitchFamily="49" charset="0"/>
              </a:rPr>
              <a:t>Main</a:t>
            </a:r>
            <a:r>
              <a:rPr lang="en-US" sz="2400" dirty="0">
                <a:ea typeface="Times New Roman" pitchFamily="18" charset="0"/>
                <a:cs typeface="Calibri" panose="020F0502020204030204" pitchFamily="34" charset="0"/>
              </a:rPr>
              <a:t>; otherwise, the app will not execute.</a:t>
            </a:r>
          </a:p>
          <a:p>
            <a:pPr marL="365760" indent="-256032" fontAlgn="auto">
              <a:spcAft>
                <a:spcPts val="0"/>
              </a:spcAft>
              <a:buFont typeface="Wingdings 3"/>
              <a:buChar char=""/>
              <a:defRPr/>
            </a:pPr>
            <a:r>
              <a:rPr lang="en-US" sz="2400" dirty="0" smtClean="0">
                <a:ea typeface="Times New Roman" pitchFamily="18" charset="0"/>
                <a:cs typeface="Calibri" panose="020F0502020204030204" pitchFamily="34" charset="0"/>
              </a:rPr>
              <a:t>A method performs a task and returns </a:t>
            </a:r>
            <a:r>
              <a:rPr lang="en-US" sz="2400" dirty="0">
                <a:ea typeface="Times New Roman" pitchFamily="18" charset="0"/>
                <a:cs typeface="Calibri" panose="020F0502020204030204" pitchFamily="34" charset="0"/>
              </a:rPr>
              <a:t>information </a:t>
            </a:r>
            <a:r>
              <a:rPr lang="en-US" sz="2400" dirty="0" smtClean="0">
                <a:ea typeface="Times New Roman" pitchFamily="18" charset="0"/>
                <a:cs typeface="Calibri" panose="020F0502020204030204" pitchFamily="34" charset="0"/>
              </a:rPr>
              <a:t>it completes its task. </a:t>
            </a:r>
          </a:p>
          <a:p>
            <a:pPr marL="365760" indent="-256032" fontAlgn="auto">
              <a:spcAft>
                <a:spcPts val="0"/>
              </a:spcAft>
              <a:buFont typeface="Wingdings 3"/>
              <a:buChar char=""/>
              <a:defRPr/>
            </a:pPr>
            <a:r>
              <a:rPr lang="en-US" sz="2400" dirty="0" smtClean="0">
                <a:ea typeface="Times New Roman" pitchFamily="18" charset="0"/>
                <a:cs typeface="Calibri" panose="020F0502020204030204" pitchFamily="34" charset="0"/>
              </a:rPr>
              <a:t>Keyword </a:t>
            </a:r>
            <a:r>
              <a:rPr lang="en-US" sz="2400" b="1" dirty="0">
                <a:solidFill>
                  <a:srgbClr val="4D99FF"/>
                </a:solidFill>
                <a:latin typeface="Consolas" panose="020B0609020204030204" pitchFamily="49" charset="0"/>
                <a:ea typeface="Times New Roman" pitchFamily="18" charset="0"/>
                <a:cs typeface="Calibri" panose="020F0502020204030204" pitchFamily="34" charset="0"/>
              </a:rPr>
              <a:t>void</a:t>
            </a:r>
            <a:r>
              <a:rPr lang="en-US" sz="2400" dirty="0">
                <a:ea typeface="Times New Roman" pitchFamily="18" charset="0"/>
                <a:cs typeface="Calibri" panose="020F0502020204030204" pitchFamily="34" charset="0"/>
              </a:rPr>
              <a:t> indicates that </a:t>
            </a:r>
            <a:r>
              <a:rPr lang="en-US" sz="2400" dirty="0" smtClean="0">
                <a:latin typeface="Consolas" panose="020B0609020204030204" pitchFamily="49" charset="0"/>
                <a:ea typeface="Times New Roman" pitchFamily="18" charset="0"/>
                <a:cs typeface="Calibri" panose="020F0502020204030204" pitchFamily="34" charset="0"/>
              </a:rPr>
              <a:t>Main</a:t>
            </a:r>
            <a:r>
              <a:rPr lang="en-US" sz="2400" dirty="0" smtClean="0">
                <a:ea typeface="Times New Roman" pitchFamily="18" charset="0"/>
                <a:cs typeface="Calibri" panose="020F0502020204030204" pitchFamily="34" charset="0"/>
              </a:rPr>
              <a:t> will </a:t>
            </a:r>
            <a:r>
              <a:rPr lang="en-US" sz="2400" dirty="0">
                <a:ea typeface="Times New Roman" pitchFamily="18" charset="0"/>
                <a:cs typeface="Calibri" panose="020F0502020204030204" pitchFamily="34" charset="0"/>
              </a:rPr>
              <a:t>not return any </a:t>
            </a:r>
            <a:r>
              <a:rPr lang="en-US" sz="2400" dirty="0" smtClean="0">
                <a:ea typeface="Times New Roman" pitchFamily="18" charset="0"/>
                <a:cs typeface="Calibri" panose="020F0502020204030204" pitchFamily="34" charset="0"/>
              </a:rPr>
              <a:t>information. </a:t>
            </a:r>
            <a:endParaRPr lang="en-US" sz="2400" dirty="0">
              <a:ea typeface="Times New Roman" pitchFamily="18" charset="0"/>
              <a:cs typeface="Calibri" panose="020F0502020204030204" pitchFamily="34" charset="0"/>
            </a:endParaRPr>
          </a:p>
          <a:p>
            <a:pPr marL="365760" indent="-256032" fontAlgn="auto">
              <a:spcAft>
                <a:spcPts val="0"/>
              </a:spcAft>
              <a:buFont typeface="Wingdings 3"/>
              <a:buChar char=""/>
              <a:defRPr/>
            </a:pPr>
            <a:r>
              <a:rPr lang="en-US" sz="2400" dirty="0">
                <a:ea typeface="Times New Roman" pitchFamily="18" charset="0"/>
                <a:cs typeface="Calibri" panose="020F0502020204030204" pitchFamily="34" charset="0"/>
              </a:rPr>
              <a:t>The </a:t>
            </a:r>
            <a:r>
              <a:rPr lang="en-US" sz="2400" b="1" dirty="0">
                <a:solidFill>
                  <a:srgbClr val="4D99FF"/>
                </a:solidFill>
                <a:ea typeface="Times New Roman" pitchFamily="18" charset="0"/>
                <a:cs typeface="Calibri" panose="020F0502020204030204" pitchFamily="34" charset="0"/>
              </a:rPr>
              <a:t>body </a:t>
            </a:r>
            <a:r>
              <a:rPr lang="en-US" sz="2400" dirty="0">
                <a:ea typeface="Times New Roman" pitchFamily="18" charset="0"/>
                <a:cs typeface="Calibri" panose="020F0502020204030204" pitchFamily="34" charset="0"/>
              </a:rPr>
              <a:t>of a method declaration begins with a left brace and ends with a corresponding right brace.</a:t>
            </a:r>
            <a:r>
              <a:rPr lang="en-US" sz="2400" b="1" dirty="0">
                <a:solidFill>
                  <a:srgbClr val="4D99FF"/>
                </a:solidFill>
                <a:ea typeface="Times New Roman" pitchFamily="18" charset="0"/>
                <a:cs typeface="Calibri" panose="020F0502020204030204" pitchFamily="34" charset="0"/>
              </a:rPr>
              <a:t> </a:t>
            </a:r>
          </a:p>
          <a:p>
            <a:pPr marL="0" indent="0" fontAlgn="auto">
              <a:spcAft>
                <a:spcPts val="0"/>
              </a:spcAft>
              <a:buNone/>
              <a:defRPr/>
            </a:pPr>
            <a:endParaRPr lang="en-US" sz="2400" dirty="0">
              <a:ea typeface="Times New Roman" pitchFamily="18" charset="0"/>
              <a:cs typeface="Calibri" panose="020F0502020204030204" pitchFamily="34" charset="0"/>
            </a:endParaRPr>
          </a:p>
        </p:txBody>
      </p:sp>
      <p:sp>
        <p:nvSpPr>
          <p:cNvPr id="59395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fontAlgn="auto">
              <a:spcAft>
                <a:spcPts val="0"/>
              </a:spcAft>
              <a:defRPr/>
            </a:pPr>
            <a:r>
              <a:rPr lang="en-US" dirty="0" smtClean="0"/>
              <a:t>3.2.5</a:t>
            </a:r>
            <a:r>
              <a:rPr lang="en-US" dirty="0" smtClean="0"/>
              <a:t>  </a:t>
            </a:r>
            <a:r>
              <a:rPr lang="en-US" dirty="0" smtClean="0"/>
              <a:t>Main Method</a:t>
            </a:r>
            <a:endParaRPr lang="en-US" dirty="0" smtClean="0"/>
          </a:p>
        </p:txBody>
      </p:sp>
      <p:sp>
        <p:nvSpPr>
          <p:cNvPr id="37892" name="Footer Placeholder 1"/>
          <p:cNvSpPr>
            <a:spLocks noGrp="1"/>
          </p:cNvSpPr>
          <p:nvPr>
            <p:ph type="ftr" sz="quarter" idx="1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0" hangingPunct="0"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1pPr>
            <a:lvl2pPr marL="742950" indent="-285750" eaLnBrk="0" hangingPunct="0"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2pPr>
            <a:lvl3pPr marL="1143000" indent="-228600" eaLnBrk="0" hangingPunct="0"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3pPr>
            <a:lvl4pPr marL="1600200" indent="-228600" eaLnBrk="0" hangingPunct="0"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4pPr>
            <a:lvl5pPr marL="2057400" indent="-228600" eaLnBrk="0" hangingPunct="0"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5000"/>
              </a:spcAft>
              <a:buClr>
                <a:schemeClr val="tx1"/>
              </a:buClr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5000"/>
              </a:spcAft>
              <a:buClr>
                <a:schemeClr val="tx1"/>
              </a:buClr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5000"/>
              </a:spcAft>
              <a:buClr>
                <a:schemeClr val="tx1"/>
              </a:buClr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5000"/>
              </a:spcAft>
              <a:buClr>
                <a:schemeClr val="tx1"/>
              </a:buClr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9pPr>
          </a:lstStyle>
          <a:p>
            <a:pPr eaLnBrk="1" hangingPunct="1"/>
            <a:r>
              <a:rPr lang="en-US" altLang="en-US" sz="1000" smtClean="0">
                <a:solidFill>
                  <a:schemeClr val="tx1"/>
                </a:solidFill>
                <a:latin typeface="Calibri" panose="020F0502020204030204" pitchFamily="34" charset="0"/>
              </a:rPr>
              <a:t>©1992-2017 by Pearson Education, Inc. All Rights Reserved.</a:t>
            </a:r>
            <a:endParaRPr lang="en-US" altLang="en-US" sz="1000" dirty="0">
              <a:solidFill>
                <a:schemeClr val="tx1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858954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shtp6_03_Page_22"/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773238"/>
            <a:ext cx="12192000" cy="3309937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©1992-2017 by Pearson Education, Inc. All Rights Reserved.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6979865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9" name="Rectangle 3"/>
          <p:cNvSpPr>
            <a:spLocks noGrp="1" noChangeArrowheads="1"/>
          </p:cNvSpPr>
          <p:nvPr>
            <p:ph idx="1"/>
          </p:nvPr>
        </p:nvSpPr>
        <p:spPr>
          <a:xfrm>
            <a:off x="609600" y="1481139"/>
            <a:ext cx="10972800" cy="3744615"/>
          </a:xfrm>
          <a:noFill/>
        </p:spPr>
        <p:txBody>
          <a:bodyPr wrap="square">
            <a:spAutoFit/>
          </a:bodyPr>
          <a:lstStyle/>
          <a:p>
            <a:pPr eaLnBrk="1" hangingPunct="1"/>
            <a:r>
              <a:rPr lang="en-US" altLang="en-US" sz="2800" dirty="0" smtClean="0">
                <a:ea typeface="Times New Roman" panose="02020603050405020304" pitchFamily="18" charset="0"/>
                <a:cs typeface="Calibri" panose="020F0502020204030204" pitchFamily="34" charset="0"/>
              </a:rPr>
              <a:t>Characters between double quotation marks are </a:t>
            </a:r>
            <a:r>
              <a:rPr lang="en-US" altLang="en-US" sz="2800" b="1" dirty="0" smtClean="0">
                <a:solidFill>
                  <a:srgbClr val="4D99FF"/>
                </a:solidFill>
                <a:ea typeface="Times New Roman" panose="02020603050405020304" pitchFamily="18" charset="0"/>
                <a:cs typeface="Calibri" panose="020F0502020204030204" pitchFamily="34" charset="0"/>
              </a:rPr>
              <a:t>strings</a:t>
            </a:r>
            <a:r>
              <a:rPr lang="en-US" altLang="en-US" sz="2800" dirty="0" smtClean="0">
                <a:ea typeface="Times New Roman" panose="02020603050405020304" pitchFamily="18" charset="0"/>
                <a:cs typeface="Calibri" panose="020F0502020204030204" pitchFamily="34" charset="0"/>
              </a:rPr>
              <a:t>. </a:t>
            </a:r>
          </a:p>
          <a:p>
            <a:pPr eaLnBrk="1" hangingPunct="1"/>
            <a:r>
              <a:rPr lang="en-US" altLang="en-US" sz="2800" dirty="0" smtClean="0">
                <a:ea typeface="Times New Roman" panose="02020603050405020304" pitchFamily="18" charset="0"/>
                <a:cs typeface="Calibri" panose="020F0502020204030204" pitchFamily="34" charset="0"/>
              </a:rPr>
              <a:t>Whitespace characters in strings are </a:t>
            </a:r>
            <a:r>
              <a:rPr lang="en-US" altLang="en-US" sz="2800" i="1" dirty="0" smtClean="0">
                <a:ea typeface="Times New Roman" panose="02020603050405020304" pitchFamily="18" charset="0"/>
                <a:cs typeface="Calibri" panose="020F0502020204030204" pitchFamily="34" charset="0"/>
              </a:rPr>
              <a:t>not</a:t>
            </a:r>
            <a:r>
              <a:rPr lang="en-US" altLang="en-US" sz="2800" dirty="0" smtClean="0">
                <a:ea typeface="Times New Roman" panose="02020603050405020304" pitchFamily="18" charset="0"/>
                <a:cs typeface="Calibri" panose="020F0502020204030204" pitchFamily="34" charset="0"/>
              </a:rPr>
              <a:t> ignored by the compiler.</a:t>
            </a:r>
          </a:p>
          <a:p>
            <a:pPr eaLnBrk="1" hangingPunct="1"/>
            <a:r>
              <a:rPr lang="en-US" altLang="en-US" sz="2800" dirty="0" smtClean="0">
                <a:ea typeface="Times New Roman" panose="02020603050405020304" pitchFamily="18" charset="0"/>
                <a:cs typeface="Calibri" panose="020F0502020204030204" pitchFamily="34" charset="0"/>
              </a:rPr>
              <a:t>The </a:t>
            </a:r>
            <a:r>
              <a:rPr lang="en-US" altLang="en-US" sz="2800" b="1" dirty="0" err="1" smtClean="0">
                <a:solidFill>
                  <a:srgbClr val="4D99FF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Calibri" panose="020F0502020204030204" pitchFamily="34" charset="0"/>
              </a:rPr>
              <a:t>Console.WriteLine</a:t>
            </a:r>
            <a:r>
              <a:rPr lang="en-US" altLang="en-US" sz="2800" b="1" dirty="0" smtClean="0">
                <a:solidFill>
                  <a:srgbClr val="4D99FF"/>
                </a:solidFill>
                <a:ea typeface="Times New Roman" panose="02020603050405020304" pitchFamily="18" charset="0"/>
                <a:cs typeface="Calibri" panose="020F0502020204030204" pitchFamily="34" charset="0"/>
              </a:rPr>
              <a:t> method</a:t>
            </a:r>
            <a:r>
              <a:rPr lang="en-US" altLang="en-US" sz="2800" b="1" dirty="0" smtClean="0">
                <a:ea typeface="Times New Roman" panose="02020603050405020304" pitchFamily="18" charset="0"/>
                <a:cs typeface="Calibri" panose="020F0502020204030204" pitchFamily="34" charset="0"/>
              </a:rPr>
              <a:t> </a:t>
            </a:r>
            <a:r>
              <a:rPr lang="en-US" altLang="en-US" sz="2800" dirty="0" smtClean="0">
                <a:ea typeface="Times New Roman" panose="02020603050405020304" pitchFamily="18" charset="0"/>
                <a:cs typeface="Calibri" panose="020F0502020204030204" pitchFamily="34" charset="0"/>
              </a:rPr>
              <a:t>displays</a:t>
            </a:r>
            <a:r>
              <a:rPr lang="en-US" altLang="en-US" sz="2800" dirty="0" smtClean="0">
                <a:solidFill>
                  <a:srgbClr val="4D99FF"/>
                </a:solidFill>
                <a:ea typeface="Times New Roman" panose="02020603050405020304" pitchFamily="18" charset="0"/>
                <a:cs typeface="Calibri" panose="020F0502020204030204" pitchFamily="34" charset="0"/>
              </a:rPr>
              <a:t> </a:t>
            </a:r>
            <a:r>
              <a:rPr lang="en-US" altLang="en-US" sz="2800" dirty="0" smtClean="0">
                <a:ea typeface="Times New Roman" panose="02020603050405020304" pitchFamily="18" charset="0"/>
                <a:cs typeface="Calibri" panose="020F0502020204030204" pitchFamily="34" charset="0"/>
              </a:rPr>
              <a:t>a line of text in the console window.</a:t>
            </a:r>
          </a:p>
          <a:p>
            <a:pPr eaLnBrk="1" hangingPunct="1"/>
            <a:r>
              <a:rPr lang="en-US" altLang="en-US" sz="2800" dirty="0" smtClean="0">
                <a:ea typeface="Times New Roman" panose="02020603050405020304" pitchFamily="18" charset="0"/>
                <a:cs typeface="Calibri" panose="020F0502020204030204" pitchFamily="34" charset="0"/>
              </a:rPr>
              <a:t>The string in parentheses is the </a:t>
            </a:r>
            <a:r>
              <a:rPr lang="en-US" altLang="en-US" sz="2800" b="1" dirty="0" smtClean="0">
                <a:solidFill>
                  <a:srgbClr val="4D99FF"/>
                </a:solidFill>
                <a:ea typeface="Times New Roman" panose="02020603050405020304" pitchFamily="18" charset="0"/>
                <a:cs typeface="Calibri" panose="020F0502020204030204" pitchFamily="34" charset="0"/>
              </a:rPr>
              <a:t>argument</a:t>
            </a:r>
            <a:r>
              <a:rPr lang="en-US" altLang="en-US" sz="2800" dirty="0" smtClean="0">
                <a:ea typeface="Times New Roman" panose="02020603050405020304" pitchFamily="18" charset="0"/>
                <a:cs typeface="Calibri" panose="020F0502020204030204" pitchFamily="34" charset="0"/>
              </a:rPr>
              <a:t> to the</a:t>
            </a:r>
            <a:r>
              <a:rPr lang="en-US" altLang="en-US" sz="2800" b="1" dirty="0" smtClean="0">
                <a:ea typeface="Times New Roman" panose="02020603050405020304" pitchFamily="18" charset="0"/>
                <a:cs typeface="Calibri" panose="020F0502020204030204" pitchFamily="34" charset="0"/>
              </a:rPr>
              <a:t> </a:t>
            </a:r>
            <a:r>
              <a:rPr lang="en-US" altLang="en-US" sz="2800" b="1" dirty="0" err="1" smtClean="0">
                <a:solidFill>
                  <a:srgbClr val="4D99FF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Calibri" panose="020F0502020204030204" pitchFamily="34" charset="0"/>
              </a:rPr>
              <a:t>Console.WriteLine</a:t>
            </a:r>
            <a:r>
              <a:rPr lang="en-US" altLang="en-US" sz="2800" b="1" dirty="0" smtClean="0">
                <a:solidFill>
                  <a:srgbClr val="4D99FF"/>
                </a:solidFill>
                <a:ea typeface="Times New Roman" panose="02020603050405020304" pitchFamily="18" charset="0"/>
                <a:cs typeface="Calibri" panose="020F0502020204030204" pitchFamily="34" charset="0"/>
              </a:rPr>
              <a:t> method</a:t>
            </a:r>
            <a:r>
              <a:rPr lang="en-US" altLang="en-US" sz="2800" dirty="0" smtClean="0">
                <a:ea typeface="Times New Roman" panose="02020603050405020304" pitchFamily="18" charset="0"/>
                <a:cs typeface="Calibri" panose="020F0502020204030204" pitchFamily="34" charset="0"/>
              </a:rPr>
              <a:t>.</a:t>
            </a:r>
          </a:p>
          <a:p>
            <a:pPr eaLnBrk="1" hangingPunct="1"/>
            <a:r>
              <a:rPr lang="en-US" altLang="en-US" sz="2800" dirty="0" smtClean="0">
                <a:ea typeface="Times New Roman" panose="02020603050405020304" pitchFamily="18" charset="0"/>
                <a:cs typeface="Calibri" panose="020F0502020204030204" pitchFamily="34" charset="0"/>
              </a:rPr>
              <a:t>Method</a:t>
            </a:r>
            <a:r>
              <a:rPr lang="en-US" altLang="en-US" sz="2800" b="1" dirty="0" smtClean="0">
                <a:ea typeface="Times New Roman" panose="02020603050405020304" pitchFamily="18" charset="0"/>
                <a:cs typeface="Calibri" panose="020F0502020204030204" pitchFamily="34" charset="0"/>
              </a:rPr>
              <a:t> </a:t>
            </a:r>
            <a:r>
              <a:rPr lang="en-US" altLang="en-US" sz="2800" b="1" dirty="0" err="1" smtClean="0">
                <a:latin typeface="Consolas" panose="020B0609020204030204" pitchFamily="49" charset="0"/>
                <a:ea typeface="Times New Roman" panose="02020603050405020304" pitchFamily="18" charset="0"/>
                <a:cs typeface="Lucida Console" panose="020B0609040504020204" pitchFamily="49" charset="0"/>
              </a:rPr>
              <a:t>Console.WriteLine</a:t>
            </a:r>
            <a:r>
              <a:rPr lang="en-US" altLang="en-US" sz="2800" b="1" dirty="0" smtClean="0">
                <a:ea typeface="Times New Roman" panose="02020603050405020304" pitchFamily="18" charset="0"/>
                <a:cs typeface="Calibri" panose="020F0502020204030204" pitchFamily="34" charset="0"/>
              </a:rPr>
              <a:t> </a:t>
            </a:r>
            <a:r>
              <a:rPr lang="en-US" altLang="en-US" sz="2800" dirty="0" smtClean="0">
                <a:ea typeface="Times New Roman" panose="02020603050405020304" pitchFamily="18" charset="0"/>
                <a:cs typeface="Calibri" panose="020F0502020204030204" pitchFamily="34" charset="0"/>
              </a:rPr>
              <a:t>performs its task by displaying (also called outputting) its argument in the console window. </a:t>
            </a:r>
          </a:p>
        </p:txBody>
      </p:sp>
      <p:sp>
        <p:nvSpPr>
          <p:cNvPr id="62467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fontAlgn="auto">
              <a:spcAft>
                <a:spcPts val="0"/>
              </a:spcAft>
              <a:defRPr/>
            </a:pPr>
            <a:r>
              <a:rPr lang="en-US" dirty="0" smtClean="0"/>
              <a:t>3.2.6</a:t>
            </a:r>
            <a:r>
              <a:rPr lang="en-US" dirty="0"/>
              <a:t> </a:t>
            </a:r>
            <a:r>
              <a:rPr lang="en-US" dirty="0" smtClean="0"/>
              <a:t>Displaying a Line of Text</a:t>
            </a:r>
            <a:endParaRPr lang="en-US" dirty="0" smtClean="0"/>
          </a:p>
        </p:txBody>
      </p:sp>
      <p:sp>
        <p:nvSpPr>
          <p:cNvPr id="39940" name="Footer Placeholder 1"/>
          <p:cNvSpPr>
            <a:spLocks noGrp="1"/>
          </p:cNvSpPr>
          <p:nvPr>
            <p:ph type="ftr" sz="quarter" idx="1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0" hangingPunct="0"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1pPr>
            <a:lvl2pPr marL="742950" indent="-285750" eaLnBrk="0" hangingPunct="0"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2pPr>
            <a:lvl3pPr marL="1143000" indent="-228600" eaLnBrk="0" hangingPunct="0"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3pPr>
            <a:lvl4pPr marL="1600200" indent="-228600" eaLnBrk="0" hangingPunct="0"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4pPr>
            <a:lvl5pPr marL="2057400" indent="-228600" eaLnBrk="0" hangingPunct="0"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5000"/>
              </a:spcAft>
              <a:buClr>
                <a:schemeClr val="tx1"/>
              </a:buClr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5000"/>
              </a:spcAft>
              <a:buClr>
                <a:schemeClr val="tx1"/>
              </a:buClr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5000"/>
              </a:spcAft>
              <a:buClr>
                <a:schemeClr val="tx1"/>
              </a:buClr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5000"/>
              </a:spcAft>
              <a:buClr>
                <a:schemeClr val="tx1"/>
              </a:buClr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9pPr>
          </a:lstStyle>
          <a:p>
            <a:pPr eaLnBrk="1" hangingPunct="1"/>
            <a:r>
              <a:rPr lang="en-US" altLang="en-US" sz="1000" smtClean="0">
                <a:solidFill>
                  <a:schemeClr val="tx1"/>
                </a:solidFill>
                <a:latin typeface="Calibri" panose="020F0502020204030204" pitchFamily="34" charset="0"/>
              </a:rPr>
              <a:t>©1992-2017 by Pearson Education, Inc. All Rights Reserved.</a:t>
            </a:r>
            <a:endParaRPr lang="en-US" altLang="en-US" sz="1000" dirty="0">
              <a:solidFill>
                <a:schemeClr val="tx1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947130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3" name="Rectangle 3"/>
          <p:cNvSpPr>
            <a:spLocks noGrp="1" noChangeArrowheads="1"/>
          </p:cNvSpPr>
          <p:nvPr>
            <p:ph idx="1"/>
          </p:nvPr>
        </p:nvSpPr>
        <p:spPr>
          <a:xfrm>
            <a:off x="609600" y="1481138"/>
            <a:ext cx="10972800" cy="1620957"/>
          </a:xfrm>
          <a:noFill/>
        </p:spPr>
        <p:txBody>
          <a:bodyPr wrap="square">
            <a:spAutoFit/>
          </a:bodyPr>
          <a:lstStyle/>
          <a:p>
            <a:pPr eaLnBrk="1" hangingPunct="1"/>
            <a:r>
              <a:rPr lang="en-US" altLang="en-US" sz="3200" dirty="0" smtClean="0">
                <a:ea typeface="Times New Roman" panose="02020603050405020304" pitchFamily="18" charset="0"/>
                <a:cs typeface="Calibri" panose="020F0502020204030204" pitchFamily="34" charset="0"/>
              </a:rPr>
              <a:t>A method is typically composed of one or more </a:t>
            </a:r>
            <a:r>
              <a:rPr lang="en-US" altLang="en-US" sz="3200" b="1" dirty="0" smtClean="0">
                <a:solidFill>
                  <a:srgbClr val="4D99FF"/>
                </a:solidFill>
                <a:ea typeface="Times New Roman" panose="02020603050405020304" pitchFamily="18" charset="0"/>
                <a:cs typeface="Calibri" panose="020F0502020204030204" pitchFamily="34" charset="0"/>
              </a:rPr>
              <a:t>statements</a:t>
            </a:r>
            <a:r>
              <a:rPr lang="en-US" altLang="en-US" sz="3200" dirty="0" smtClean="0">
                <a:ea typeface="Times New Roman" panose="02020603050405020304" pitchFamily="18" charset="0"/>
                <a:cs typeface="Calibri" panose="020F0502020204030204" pitchFamily="34" charset="0"/>
              </a:rPr>
              <a:t> that perform the method’s task.</a:t>
            </a:r>
          </a:p>
          <a:p>
            <a:pPr eaLnBrk="1" hangingPunct="1"/>
            <a:r>
              <a:rPr lang="en-US" altLang="en-US" sz="3200" dirty="0" smtClean="0">
                <a:ea typeface="Times New Roman" panose="02020603050405020304" pitchFamily="18" charset="0"/>
                <a:cs typeface="Calibri" panose="020F0502020204030204" pitchFamily="34" charset="0"/>
              </a:rPr>
              <a:t>Most statements end with a semicolon. </a:t>
            </a:r>
          </a:p>
        </p:txBody>
      </p:sp>
      <p:sp>
        <p:nvSpPr>
          <p:cNvPr id="63491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fontAlgn="auto">
              <a:spcAft>
                <a:spcPts val="0"/>
              </a:spcAft>
              <a:defRPr/>
            </a:pPr>
            <a:r>
              <a:rPr lang="en-US" dirty="0"/>
              <a:t>3.2.6 Displaying a Line of Text</a:t>
            </a:r>
            <a:endParaRPr lang="en-US" dirty="0" smtClean="0"/>
          </a:p>
        </p:txBody>
      </p:sp>
      <p:sp>
        <p:nvSpPr>
          <p:cNvPr id="40964" name="Footer Placeholder 1"/>
          <p:cNvSpPr>
            <a:spLocks noGrp="1"/>
          </p:cNvSpPr>
          <p:nvPr>
            <p:ph type="ftr" sz="quarter" idx="1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0" hangingPunct="0"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1pPr>
            <a:lvl2pPr marL="742950" indent="-285750" eaLnBrk="0" hangingPunct="0"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2pPr>
            <a:lvl3pPr marL="1143000" indent="-228600" eaLnBrk="0" hangingPunct="0"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3pPr>
            <a:lvl4pPr marL="1600200" indent="-228600" eaLnBrk="0" hangingPunct="0"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4pPr>
            <a:lvl5pPr marL="2057400" indent="-228600" eaLnBrk="0" hangingPunct="0"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5000"/>
              </a:spcAft>
              <a:buClr>
                <a:schemeClr val="tx1"/>
              </a:buClr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5000"/>
              </a:spcAft>
              <a:buClr>
                <a:schemeClr val="tx1"/>
              </a:buClr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5000"/>
              </a:spcAft>
              <a:buClr>
                <a:schemeClr val="tx1"/>
              </a:buClr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5000"/>
              </a:spcAft>
              <a:buClr>
                <a:schemeClr val="tx1"/>
              </a:buClr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9pPr>
          </a:lstStyle>
          <a:p>
            <a:pPr eaLnBrk="1" hangingPunct="1"/>
            <a:r>
              <a:rPr lang="en-US" altLang="en-US" sz="1000" smtClean="0">
                <a:solidFill>
                  <a:schemeClr val="tx1"/>
                </a:solidFill>
                <a:latin typeface="Calibri" panose="020F0502020204030204" pitchFamily="34" charset="0"/>
              </a:rPr>
              <a:t>©1992-2017 by Pearson Education, Inc. All Rights Reserved.</a:t>
            </a:r>
            <a:endParaRPr lang="en-US" altLang="en-US" sz="1000" dirty="0">
              <a:solidFill>
                <a:schemeClr val="tx1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953750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1" name="Rectangle 3"/>
          <p:cNvSpPr>
            <a:spLocks noGrp="1" noChangeArrowheads="1"/>
          </p:cNvSpPr>
          <p:nvPr>
            <p:ph idx="1"/>
          </p:nvPr>
        </p:nvSpPr>
        <p:spPr>
          <a:xfrm>
            <a:off x="609600" y="1481139"/>
            <a:ext cx="10972800" cy="3642023"/>
          </a:xfrm>
          <a:noFill/>
        </p:spPr>
        <p:txBody>
          <a:bodyPr wrap="square">
            <a:spAutoFit/>
          </a:bodyPr>
          <a:lstStyle/>
          <a:p>
            <a:pPr eaLnBrk="1" hangingPunct="1"/>
            <a:r>
              <a:rPr lang="en-US" altLang="en-US" sz="3200" dirty="0" smtClean="0">
                <a:ea typeface="Times New Roman" panose="02020603050405020304" pitchFamily="18" charset="0"/>
                <a:cs typeface="Calibri" panose="020F0502020204030204" pitchFamily="34" charset="0"/>
              </a:rPr>
              <a:t>Select </a:t>
            </a:r>
            <a:r>
              <a:rPr lang="en-US" altLang="en-US" sz="3200" b="1" dirty="0" smtClean="0">
                <a:ea typeface="Times New Roman" panose="02020603050405020304" pitchFamily="18" charset="0"/>
                <a:cs typeface="Calibri" panose="020F0502020204030204" pitchFamily="34" charset="0"/>
              </a:rPr>
              <a:t>File</a:t>
            </a:r>
            <a:r>
              <a:rPr lang="en-US" altLang="en-US" sz="3200" dirty="0">
                <a:ea typeface="Times New Roman" panose="02020603050405020304" pitchFamily="18" charset="0"/>
                <a:cs typeface="Calibri" panose="020F0502020204030204" pitchFamily="34" charset="0"/>
              </a:rPr>
              <a:t> </a:t>
            </a:r>
            <a:r>
              <a:rPr lang="en-US" altLang="en-US" sz="3200" b="1" dirty="0">
                <a:ea typeface="Times New Roman" panose="02020603050405020304" pitchFamily="18" charset="0"/>
                <a:cs typeface="Calibri" panose="020F0502020204030204" pitchFamily="34" charset="0"/>
              </a:rPr>
              <a:t>&gt;</a:t>
            </a:r>
            <a:r>
              <a:rPr lang="en-US" altLang="en-US" sz="3200" dirty="0">
                <a:ea typeface="Times New Roman" panose="02020603050405020304" pitchFamily="18" charset="0"/>
                <a:cs typeface="Calibri" panose="020F0502020204030204" pitchFamily="34" charset="0"/>
              </a:rPr>
              <a:t> </a:t>
            </a:r>
            <a:r>
              <a:rPr lang="en-US" altLang="en-US" sz="3200" b="1" dirty="0">
                <a:ea typeface="Times New Roman" panose="02020603050405020304" pitchFamily="18" charset="0"/>
                <a:cs typeface="Calibri" panose="020F0502020204030204" pitchFamily="34" charset="0"/>
              </a:rPr>
              <a:t>New </a:t>
            </a:r>
            <a:r>
              <a:rPr lang="en-US" altLang="en-US" sz="3200" b="1" dirty="0" smtClean="0">
                <a:ea typeface="Times New Roman" panose="02020603050405020304" pitchFamily="18" charset="0"/>
                <a:cs typeface="Calibri" panose="020F0502020204030204" pitchFamily="34" charset="0"/>
              </a:rPr>
              <a:t>&gt; Project</a:t>
            </a:r>
            <a:r>
              <a:rPr lang="en-US" altLang="en-US" sz="3200" b="1" dirty="0">
                <a:ea typeface="Times New Roman" panose="02020603050405020304" pitchFamily="18" charset="0"/>
                <a:cs typeface="Calibri" panose="020F0502020204030204" pitchFamily="34" charset="0"/>
              </a:rPr>
              <a:t>… </a:t>
            </a:r>
            <a:r>
              <a:rPr lang="en-US" altLang="en-US" sz="3200" dirty="0">
                <a:ea typeface="Times New Roman" panose="02020603050405020304" pitchFamily="18" charset="0"/>
                <a:cs typeface="Calibri" panose="020F0502020204030204" pitchFamily="34" charset="0"/>
              </a:rPr>
              <a:t>to display the </a:t>
            </a:r>
            <a:r>
              <a:rPr lang="en-US" altLang="en-US" sz="3200" b="1" dirty="0">
                <a:ea typeface="Times New Roman" panose="02020603050405020304" pitchFamily="18" charset="0"/>
                <a:cs typeface="Calibri" panose="020F0502020204030204" pitchFamily="34" charset="0"/>
              </a:rPr>
              <a:t>New</a:t>
            </a:r>
            <a:r>
              <a:rPr lang="en-US" altLang="en-US" sz="3200" dirty="0">
                <a:ea typeface="Times New Roman" panose="02020603050405020304" pitchFamily="18" charset="0"/>
                <a:cs typeface="Calibri" panose="020F0502020204030204" pitchFamily="34" charset="0"/>
              </a:rPr>
              <a:t> </a:t>
            </a:r>
            <a:r>
              <a:rPr lang="en-US" altLang="en-US" sz="3200" b="1" dirty="0">
                <a:ea typeface="Times New Roman" panose="02020603050405020304" pitchFamily="18" charset="0"/>
                <a:cs typeface="Calibri" panose="020F0502020204030204" pitchFamily="34" charset="0"/>
              </a:rPr>
              <a:t>Project</a:t>
            </a:r>
            <a:r>
              <a:rPr lang="en-US" altLang="en-US" sz="3200" dirty="0">
                <a:ea typeface="Times New Roman" panose="02020603050405020304" pitchFamily="18" charset="0"/>
                <a:cs typeface="Calibri" panose="020F0502020204030204" pitchFamily="34" charset="0"/>
              </a:rPr>
              <a:t> dialog (Fig. </a:t>
            </a:r>
            <a:r>
              <a:rPr lang="en-US" altLang="en-US" sz="3200" dirty="0">
                <a:ea typeface="Times New Roman" panose="02020603050405020304" pitchFamily="18" charset="0"/>
                <a:cs typeface="Calibri" panose="020F0502020204030204" pitchFamily="34" charset="0"/>
              </a:rPr>
              <a:t>3.3).</a:t>
            </a:r>
          </a:p>
          <a:p>
            <a:pPr eaLnBrk="1" hangingPunct="1"/>
            <a:r>
              <a:rPr lang="en-US" altLang="en-US" sz="3200" dirty="0">
                <a:ea typeface="Times New Roman" panose="02020603050405020304" pitchFamily="18" charset="0"/>
                <a:cs typeface="Calibri" panose="020F0502020204030204" pitchFamily="34" charset="0"/>
              </a:rPr>
              <a:t>At the left side of the dialog, under </a:t>
            </a:r>
            <a:r>
              <a:rPr lang="en-US" altLang="en-US" sz="3200" b="1" dirty="0">
                <a:ea typeface="Times New Roman" panose="02020603050405020304" pitchFamily="18" charset="0"/>
                <a:cs typeface="Calibri" panose="020F0502020204030204" pitchFamily="34" charset="0"/>
              </a:rPr>
              <a:t>Installed &gt; Templates &gt; Visual C#</a:t>
            </a:r>
            <a:r>
              <a:rPr lang="en-US" altLang="en-US" sz="3200" dirty="0">
                <a:ea typeface="Times New Roman" panose="02020603050405020304" pitchFamily="18" charset="0"/>
                <a:cs typeface="Calibri" panose="020F0502020204030204" pitchFamily="34" charset="0"/>
              </a:rPr>
              <a:t> select the </a:t>
            </a:r>
            <a:r>
              <a:rPr lang="en-US" altLang="en-US" sz="3200" b="1" dirty="0" smtClean="0">
                <a:ea typeface="Times New Roman" panose="02020603050405020304" pitchFamily="18" charset="0"/>
                <a:cs typeface="Calibri" panose="020F0502020204030204" pitchFamily="34" charset="0"/>
              </a:rPr>
              <a:t>Windows</a:t>
            </a:r>
            <a:r>
              <a:rPr lang="en-US" altLang="en-US" sz="3200" dirty="0" smtClean="0">
                <a:ea typeface="Times New Roman" panose="02020603050405020304" pitchFamily="18" charset="0"/>
                <a:cs typeface="Calibri" panose="020F0502020204030204" pitchFamily="34" charset="0"/>
              </a:rPr>
              <a:t> category</a:t>
            </a:r>
            <a:r>
              <a:rPr lang="en-US" altLang="en-US" sz="3200" dirty="0">
                <a:ea typeface="Times New Roman" panose="02020603050405020304" pitchFamily="18" charset="0"/>
                <a:cs typeface="Calibri" panose="020F0502020204030204" pitchFamily="34" charset="0"/>
              </a:rPr>
              <a:t>, then in the middle of the dialog select the </a:t>
            </a:r>
            <a:r>
              <a:rPr lang="en-US" altLang="en-US" sz="3200" b="1" dirty="0">
                <a:ea typeface="Times New Roman" panose="02020603050405020304" pitchFamily="18" charset="0"/>
                <a:cs typeface="Calibri" panose="020F0502020204030204" pitchFamily="34" charset="0"/>
              </a:rPr>
              <a:t>Console</a:t>
            </a:r>
            <a:r>
              <a:rPr lang="en-US" altLang="en-US" sz="3200" dirty="0">
                <a:ea typeface="Times New Roman" panose="02020603050405020304" pitchFamily="18" charset="0"/>
                <a:cs typeface="Calibri" panose="020F0502020204030204" pitchFamily="34" charset="0"/>
              </a:rPr>
              <a:t> </a:t>
            </a:r>
            <a:r>
              <a:rPr lang="en-US" altLang="en-US" sz="3200" b="1" dirty="0">
                <a:ea typeface="Times New Roman" panose="02020603050405020304" pitchFamily="18" charset="0"/>
                <a:cs typeface="Calibri" panose="020F0502020204030204" pitchFamily="34" charset="0"/>
              </a:rPr>
              <a:t>Application</a:t>
            </a:r>
            <a:r>
              <a:rPr lang="en-US" altLang="en-US" sz="3200" dirty="0">
                <a:ea typeface="Times New Roman" panose="02020603050405020304" pitchFamily="18" charset="0"/>
                <a:cs typeface="Calibri" panose="020F0502020204030204" pitchFamily="34" charset="0"/>
              </a:rPr>
              <a:t> template.</a:t>
            </a:r>
          </a:p>
          <a:p>
            <a:pPr eaLnBrk="1" hangingPunct="1"/>
            <a:r>
              <a:rPr lang="en-US" altLang="en-US" sz="3200" dirty="0">
                <a:ea typeface="Times New Roman" panose="02020603050405020304" pitchFamily="18" charset="0"/>
                <a:cs typeface="Calibri" panose="020F0502020204030204" pitchFamily="34" charset="0"/>
              </a:rPr>
              <a:t>In the dialog’s </a:t>
            </a:r>
            <a:r>
              <a:rPr lang="en-US" altLang="en-US" sz="3200" b="1" dirty="0">
                <a:ea typeface="Times New Roman" panose="02020603050405020304" pitchFamily="18" charset="0"/>
                <a:cs typeface="Calibri" panose="020F0502020204030204" pitchFamily="34" charset="0"/>
              </a:rPr>
              <a:t>Name</a:t>
            </a:r>
            <a:r>
              <a:rPr lang="en-US" altLang="en-US" sz="3200" dirty="0">
                <a:ea typeface="Times New Roman" panose="02020603050405020304" pitchFamily="18" charset="0"/>
                <a:cs typeface="Calibri" panose="020F0502020204030204" pitchFamily="34" charset="0"/>
              </a:rPr>
              <a:t> field, type </a:t>
            </a:r>
            <a:r>
              <a:rPr lang="en-US" altLang="en-US" sz="3200" dirty="0">
                <a:latin typeface="Consolas" panose="020B0609020204030204" pitchFamily="49" charset="0"/>
                <a:ea typeface="Times New Roman" panose="02020603050405020304" pitchFamily="18" charset="0"/>
                <a:cs typeface="Lucida Console" panose="020B0609040504020204" pitchFamily="49" charset="0"/>
              </a:rPr>
              <a:t>Welcome1</a:t>
            </a:r>
            <a:r>
              <a:rPr lang="en-US" altLang="en-US" sz="3200" dirty="0">
                <a:ea typeface="Times New Roman" panose="02020603050405020304" pitchFamily="18" charset="0"/>
                <a:cs typeface="Calibri" panose="020F0502020204030204" pitchFamily="34" charset="0"/>
              </a:rPr>
              <a:t>, then click </a:t>
            </a:r>
            <a:r>
              <a:rPr lang="en-US" altLang="en-US" sz="3200" b="1" dirty="0">
                <a:ea typeface="Times New Roman" panose="02020603050405020304" pitchFamily="18" charset="0"/>
                <a:cs typeface="Calibri" panose="020F0502020204030204" pitchFamily="34" charset="0"/>
              </a:rPr>
              <a:t>OK</a:t>
            </a:r>
            <a:r>
              <a:rPr lang="en-US" altLang="en-US" sz="3200" dirty="0">
                <a:ea typeface="Times New Roman" panose="02020603050405020304" pitchFamily="18" charset="0"/>
                <a:cs typeface="Calibri" panose="020F0502020204030204" pitchFamily="34" charset="0"/>
              </a:rPr>
              <a:t> to create the project. </a:t>
            </a:r>
          </a:p>
        </p:txBody>
      </p:sp>
      <p:sp>
        <p:nvSpPr>
          <p:cNvPr id="66563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fontAlgn="auto">
              <a:spcAft>
                <a:spcPts val="0"/>
              </a:spcAft>
              <a:defRPr/>
            </a:pPr>
            <a:r>
              <a:rPr lang="en-US" dirty="0" smtClean="0"/>
              <a:t>3.3.1 Creating </a:t>
            </a:r>
            <a:r>
              <a:rPr lang="en-US" dirty="0"/>
              <a:t>the Console App</a:t>
            </a:r>
            <a:endParaRPr lang="en-US" dirty="0" smtClean="0"/>
          </a:p>
        </p:txBody>
      </p:sp>
      <p:sp>
        <p:nvSpPr>
          <p:cNvPr id="43012" name="Footer Placeholder 1"/>
          <p:cNvSpPr>
            <a:spLocks noGrp="1"/>
          </p:cNvSpPr>
          <p:nvPr>
            <p:ph type="ftr" sz="quarter" idx="1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0" hangingPunct="0"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1pPr>
            <a:lvl2pPr marL="742950" indent="-285750" eaLnBrk="0" hangingPunct="0"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2pPr>
            <a:lvl3pPr marL="1143000" indent="-228600" eaLnBrk="0" hangingPunct="0"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3pPr>
            <a:lvl4pPr marL="1600200" indent="-228600" eaLnBrk="0" hangingPunct="0"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4pPr>
            <a:lvl5pPr marL="2057400" indent="-228600" eaLnBrk="0" hangingPunct="0"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5000"/>
              </a:spcAft>
              <a:buClr>
                <a:schemeClr val="tx1"/>
              </a:buClr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5000"/>
              </a:spcAft>
              <a:buClr>
                <a:schemeClr val="tx1"/>
              </a:buClr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5000"/>
              </a:spcAft>
              <a:buClr>
                <a:schemeClr val="tx1"/>
              </a:buClr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5000"/>
              </a:spcAft>
              <a:buClr>
                <a:schemeClr val="tx1"/>
              </a:buClr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9pPr>
          </a:lstStyle>
          <a:p>
            <a:pPr eaLnBrk="1" hangingPunct="1"/>
            <a:r>
              <a:rPr lang="en-US" altLang="en-US" sz="1000" smtClean="0">
                <a:solidFill>
                  <a:schemeClr val="tx1"/>
                </a:solidFill>
                <a:latin typeface="Calibri" panose="020F0502020204030204" pitchFamily="34" charset="0"/>
              </a:rPr>
              <a:t>©1992-2017 by Pearson Education, Inc. All Rights Reserved.</a:t>
            </a:r>
            <a:endParaRPr lang="en-US" altLang="en-US" sz="1000" dirty="0">
              <a:solidFill>
                <a:schemeClr val="tx1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05430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shtp6_03_Page_23"/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9188" y="0"/>
            <a:ext cx="9952037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©1992-2017 by Pearson Education, Inc. All Rights Reserved.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1661286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9" name="Rectangle 3"/>
          <p:cNvSpPr>
            <a:spLocks noGrp="1" noChangeArrowheads="1"/>
          </p:cNvSpPr>
          <p:nvPr>
            <p:ph idx="1"/>
          </p:nvPr>
        </p:nvSpPr>
        <p:spPr>
          <a:xfrm>
            <a:off x="609600" y="1481138"/>
            <a:ext cx="10972800" cy="2113399"/>
          </a:xfrm>
          <a:noFill/>
        </p:spPr>
        <p:txBody>
          <a:bodyPr wrap="square">
            <a:spAutoFit/>
          </a:bodyPr>
          <a:lstStyle/>
          <a:p>
            <a:pPr eaLnBrk="1" hangingPunct="1"/>
            <a:r>
              <a:rPr lang="en-US" altLang="en-US" sz="3200" dirty="0">
                <a:ea typeface="Times New Roman" panose="02020603050405020304" pitchFamily="18" charset="0"/>
                <a:cs typeface="Calibri" panose="020F0502020204030204" pitchFamily="34" charset="0"/>
              </a:rPr>
              <a:t>The IDE now contains the open console app.</a:t>
            </a:r>
          </a:p>
          <a:p>
            <a:pPr eaLnBrk="1" hangingPunct="1"/>
            <a:r>
              <a:rPr lang="en-US" altLang="en-US" sz="3200" dirty="0">
                <a:ea typeface="Times New Roman" panose="02020603050405020304" pitchFamily="18" charset="0"/>
                <a:cs typeface="Calibri" panose="020F0502020204030204" pitchFamily="34" charset="0"/>
              </a:rPr>
              <a:t>The code coloring scheme used by the IDE is called </a:t>
            </a:r>
            <a:r>
              <a:rPr lang="en-US" altLang="en-US" sz="3200" b="1" dirty="0">
                <a:solidFill>
                  <a:srgbClr val="4D99FF"/>
                </a:solidFill>
                <a:ea typeface="Times New Roman" panose="02020603050405020304" pitchFamily="18" charset="0"/>
                <a:cs typeface="Calibri" panose="020F0502020204030204" pitchFamily="34" charset="0"/>
              </a:rPr>
              <a:t>syntax-color </a:t>
            </a:r>
            <a:r>
              <a:rPr lang="en-US" altLang="en-US" sz="3200" b="1" dirty="0" smtClean="0">
                <a:solidFill>
                  <a:srgbClr val="4D99FF"/>
                </a:solidFill>
                <a:ea typeface="Times New Roman" panose="02020603050405020304" pitchFamily="18" charset="0"/>
                <a:cs typeface="Calibri" panose="020F0502020204030204" pitchFamily="34" charset="0"/>
              </a:rPr>
              <a:t>highlighting </a:t>
            </a:r>
            <a:r>
              <a:rPr lang="en-US" altLang="en-US" sz="3200" dirty="0" smtClean="0">
                <a:ea typeface="Times New Roman" panose="02020603050405020304" pitchFamily="18" charset="0"/>
                <a:cs typeface="Calibri" panose="020F0502020204030204" pitchFamily="34" charset="0"/>
              </a:rPr>
              <a:t>and </a:t>
            </a:r>
            <a:r>
              <a:rPr lang="en-US" altLang="en-US" sz="3200" dirty="0">
                <a:ea typeface="Times New Roman" panose="02020603050405020304" pitchFamily="18" charset="0"/>
                <a:cs typeface="Calibri" panose="020F0502020204030204" pitchFamily="34" charset="0"/>
              </a:rPr>
              <a:t>helps you visually differentiate </a:t>
            </a:r>
            <a:r>
              <a:rPr lang="en-US" altLang="en-US" sz="3200" dirty="0" smtClean="0">
                <a:ea typeface="Times New Roman" panose="02020603050405020304" pitchFamily="18" charset="0"/>
                <a:cs typeface="Calibri" panose="020F0502020204030204" pitchFamily="34" charset="0"/>
              </a:rPr>
              <a:t>code elements</a:t>
            </a:r>
            <a:r>
              <a:rPr lang="en-US" altLang="en-US" sz="3200" dirty="0">
                <a:ea typeface="Times New Roman" panose="02020603050405020304" pitchFamily="18" charset="0"/>
                <a:cs typeface="Calibri" panose="020F0502020204030204" pitchFamily="34" charset="0"/>
              </a:rPr>
              <a:t>.</a:t>
            </a:r>
            <a:r>
              <a:rPr lang="en-US" altLang="en-US" sz="3200" i="1" dirty="0">
                <a:ea typeface="Times New Roman" panose="02020603050405020304" pitchFamily="18" charset="0"/>
                <a:cs typeface="Calibri" panose="020F0502020204030204" pitchFamily="34" charset="0"/>
              </a:rPr>
              <a:t> </a:t>
            </a:r>
          </a:p>
        </p:txBody>
      </p:sp>
      <p:sp>
        <p:nvSpPr>
          <p:cNvPr id="69635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fontAlgn="auto">
              <a:spcAft>
                <a:spcPts val="0"/>
              </a:spcAft>
              <a:defRPr/>
            </a:pPr>
            <a:r>
              <a:rPr lang="en-US" dirty="0" smtClean="0"/>
              <a:t>3.3  Creating a Simple App in Visual Studio (Cont.)</a:t>
            </a:r>
          </a:p>
        </p:txBody>
      </p:sp>
      <p:sp>
        <p:nvSpPr>
          <p:cNvPr id="45060" name="Footer Placeholder 1"/>
          <p:cNvSpPr>
            <a:spLocks noGrp="1"/>
          </p:cNvSpPr>
          <p:nvPr>
            <p:ph type="ftr" sz="quarter" idx="1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0" hangingPunct="0"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1pPr>
            <a:lvl2pPr marL="742950" indent="-285750" eaLnBrk="0" hangingPunct="0"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2pPr>
            <a:lvl3pPr marL="1143000" indent="-228600" eaLnBrk="0" hangingPunct="0"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3pPr>
            <a:lvl4pPr marL="1600200" indent="-228600" eaLnBrk="0" hangingPunct="0"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4pPr>
            <a:lvl5pPr marL="2057400" indent="-228600" eaLnBrk="0" hangingPunct="0"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5000"/>
              </a:spcAft>
              <a:buClr>
                <a:schemeClr val="tx1"/>
              </a:buClr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5000"/>
              </a:spcAft>
              <a:buClr>
                <a:schemeClr val="tx1"/>
              </a:buClr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5000"/>
              </a:spcAft>
              <a:buClr>
                <a:schemeClr val="tx1"/>
              </a:buClr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5000"/>
              </a:spcAft>
              <a:buClr>
                <a:schemeClr val="tx1"/>
              </a:buClr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9pPr>
          </a:lstStyle>
          <a:p>
            <a:pPr eaLnBrk="1" hangingPunct="1"/>
            <a:r>
              <a:rPr lang="en-US" altLang="en-US" sz="1000" smtClean="0">
                <a:solidFill>
                  <a:schemeClr val="tx1"/>
                </a:solidFill>
                <a:latin typeface="Calibri" panose="020F0502020204030204" pitchFamily="34" charset="0"/>
              </a:rPr>
              <a:t>©1992-2017 by Pearson Education, Inc. All Rights Reserved.</a:t>
            </a:r>
            <a:endParaRPr lang="en-US" altLang="en-US" sz="1000" dirty="0">
              <a:solidFill>
                <a:schemeClr val="tx1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290455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shtp6_03_Page_24"/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71625" y="0"/>
            <a:ext cx="904875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©1992-2017 by Pearson Education, Inc. All Rights Reserved.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2522604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7" name="Rectangle 3"/>
          <p:cNvSpPr>
            <a:spLocks noGrp="1" noChangeArrowheads="1"/>
          </p:cNvSpPr>
          <p:nvPr>
            <p:ph idx="1"/>
          </p:nvPr>
        </p:nvSpPr>
        <p:spPr>
          <a:xfrm>
            <a:off x="609600" y="1481139"/>
            <a:ext cx="10972800" cy="1620957"/>
          </a:xfrm>
          <a:noFill/>
        </p:spPr>
        <p:txBody>
          <a:bodyPr wrap="square">
            <a:spAutoFit/>
          </a:bodyPr>
          <a:lstStyle/>
          <a:p>
            <a:pPr eaLnBrk="1" hangingPunct="1"/>
            <a:r>
              <a:rPr lang="en-US" altLang="en-US" sz="3200" dirty="0">
                <a:ea typeface="Times New Roman" panose="02020603050405020304" pitchFamily="18" charset="0"/>
                <a:cs typeface="Calibri" panose="020F0502020204030204" pitchFamily="34" charset="0"/>
              </a:rPr>
              <a:t>To rename the app file, </a:t>
            </a:r>
            <a:r>
              <a:rPr lang="en-US" altLang="en-US" sz="3200" dirty="0" smtClean="0">
                <a:ea typeface="Times New Roman" panose="02020603050405020304" pitchFamily="18" charset="0"/>
                <a:cs typeface="Calibri" panose="020F0502020204030204" pitchFamily="34" charset="0"/>
              </a:rPr>
              <a:t>right click </a:t>
            </a:r>
            <a:r>
              <a:rPr lang="en-US" altLang="en-US" sz="3200" dirty="0" err="1">
                <a:latin typeface="Consolas" panose="020B0609020204030204" pitchFamily="49" charset="0"/>
                <a:ea typeface="Times New Roman" panose="02020603050405020304" pitchFamily="18" charset="0"/>
                <a:cs typeface="Lucida Console" panose="020B0609040504020204" pitchFamily="49" charset="0"/>
              </a:rPr>
              <a:t>Program.cs</a:t>
            </a:r>
            <a:r>
              <a:rPr lang="en-US" altLang="en-US" sz="3200" dirty="0">
                <a:ea typeface="Times New Roman" panose="02020603050405020304" pitchFamily="18" charset="0"/>
                <a:cs typeface="Calibri" panose="020F0502020204030204" pitchFamily="34" charset="0"/>
              </a:rPr>
              <a:t> in the </a:t>
            </a:r>
            <a:r>
              <a:rPr lang="en-US" altLang="en-US" sz="3200" b="1" dirty="0">
                <a:ea typeface="Times New Roman" panose="02020603050405020304" pitchFamily="18" charset="0"/>
                <a:cs typeface="Calibri" panose="020F0502020204030204" pitchFamily="34" charset="0"/>
              </a:rPr>
              <a:t>Solution</a:t>
            </a:r>
            <a:r>
              <a:rPr lang="en-US" altLang="en-US" sz="3200" dirty="0">
                <a:ea typeface="Times New Roman" panose="02020603050405020304" pitchFamily="18" charset="0"/>
                <a:cs typeface="Calibri" panose="020F0502020204030204" pitchFamily="34" charset="0"/>
              </a:rPr>
              <a:t> </a:t>
            </a:r>
            <a:r>
              <a:rPr lang="en-US" altLang="en-US" sz="3200" b="1" dirty="0">
                <a:ea typeface="Times New Roman" panose="02020603050405020304" pitchFamily="18" charset="0"/>
                <a:cs typeface="Calibri" panose="020F0502020204030204" pitchFamily="34" charset="0"/>
              </a:rPr>
              <a:t>Explorer</a:t>
            </a:r>
            <a:r>
              <a:rPr lang="en-US" altLang="en-US" sz="3200" dirty="0">
                <a:ea typeface="Times New Roman" panose="02020603050405020304" pitchFamily="18" charset="0"/>
                <a:cs typeface="Calibri" panose="020F0502020204030204" pitchFamily="34" charset="0"/>
              </a:rPr>
              <a:t> window </a:t>
            </a:r>
            <a:r>
              <a:rPr lang="en-US" altLang="en-US" sz="3200" dirty="0" smtClean="0">
                <a:ea typeface="Times New Roman" panose="02020603050405020304" pitchFamily="18" charset="0"/>
                <a:cs typeface="Calibri" panose="020F0502020204030204" pitchFamily="34" charset="0"/>
              </a:rPr>
              <a:t>and select </a:t>
            </a:r>
            <a:r>
              <a:rPr lang="en-US" altLang="en-US" sz="3200" b="1" dirty="0" smtClean="0">
                <a:ea typeface="Times New Roman" panose="02020603050405020304" pitchFamily="18" charset="0"/>
                <a:cs typeface="Calibri" panose="020F0502020204030204" pitchFamily="34" charset="0"/>
              </a:rPr>
              <a:t>Rename</a:t>
            </a:r>
            <a:r>
              <a:rPr lang="en-US" altLang="en-US" sz="3200" dirty="0" smtClean="0">
                <a:ea typeface="Times New Roman" panose="02020603050405020304" pitchFamily="18" charset="0"/>
                <a:cs typeface="Calibri" panose="020F0502020204030204" pitchFamily="34" charset="0"/>
              </a:rPr>
              <a:t> </a:t>
            </a:r>
            <a:r>
              <a:rPr lang="en-US" altLang="en-US" sz="3200" dirty="0">
                <a:ea typeface="Times New Roman" panose="02020603050405020304" pitchFamily="18" charset="0"/>
                <a:cs typeface="Calibri" panose="020F0502020204030204" pitchFamily="34" charset="0"/>
              </a:rPr>
              <a:t>window </a:t>
            </a:r>
          </a:p>
          <a:p>
            <a:pPr eaLnBrk="1" hangingPunct="1"/>
            <a:r>
              <a:rPr lang="en-US" altLang="en-US" sz="3200" dirty="0" smtClean="0">
                <a:ea typeface="Times New Roman" panose="02020603050405020304" pitchFamily="18" charset="0"/>
                <a:cs typeface="Calibri" panose="020F0502020204030204" pitchFamily="34" charset="0"/>
              </a:rPr>
              <a:t>Type </a:t>
            </a:r>
            <a:r>
              <a:rPr lang="en-US" altLang="en-US" sz="3200" dirty="0" smtClean="0">
                <a:latin typeface="Consolas" panose="020B0609020204030204" pitchFamily="49" charset="0"/>
                <a:ea typeface="Times New Roman" panose="02020603050405020304" pitchFamily="18" charset="0"/>
                <a:cs typeface="Lucida Console" panose="020B0609040504020204" pitchFamily="49" charset="0"/>
              </a:rPr>
              <a:t>Welcome1</a:t>
            </a:r>
            <a:r>
              <a:rPr lang="en-US" altLang="en-US" sz="3200" dirty="0" smtClean="0">
                <a:ea typeface="Times New Roman" panose="02020603050405020304" pitchFamily="18" charset="0"/>
                <a:cs typeface="Calibri" panose="020F0502020204030204" pitchFamily="34" charset="0"/>
              </a:rPr>
              <a:t> then press </a:t>
            </a:r>
            <a:r>
              <a:rPr lang="en-US" altLang="en-US" sz="3200" i="1" dirty="0">
                <a:ea typeface="Times New Roman" panose="02020603050405020304" pitchFamily="18" charset="0"/>
                <a:cs typeface="Calibri" panose="020F0502020204030204" pitchFamily="34" charset="0"/>
              </a:rPr>
              <a:t>Enter</a:t>
            </a:r>
            <a:r>
              <a:rPr lang="en-US" altLang="en-US" sz="3200" dirty="0">
                <a:ea typeface="Times New Roman" panose="02020603050405020304" pitchFamily="18" charset="0"/>
                <a:cs typeface="Calibri" panose="020F0502020204030204" pitchFamily="34" charset="0"/>
              </a:rPr>
              <a:t>. </a:t>
            </a:r>
          </a:p>
        </p:txBody>
      </p:sp>
      <p:sp>
        <p:nvSpPr>
          <p:cNvPr id="76803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fontAlgn="auto">
              <a:spcAft>
                <a:spcPts val="0"/>
              </a:spcAft>
              <a:defRPr/>
            </a:pPr>
            <a:r>
              <a:rPr lang="en-US" dirty="0" smtClean="0"/>
              <a:t>3.3.2</a:t>
            </a:r>
            <a:r>
              <a:rPr lang="en-US" dirty="0" smtClean="0"/>
              <a:t>  </a:t>
            </a:r>
            <a:r>
              <a:rPr lang="en-US" dirty="0"/>
              <a:t>Changing the Name of the App File</a:t>
            </a:r>
            <a:endParaRPr lang="en-US" dirty="0" smtClean="0"/>
          </a:p>
        </p:txBody>
      </p:sp>
      <p:sp>
        <p:nvSpPr>
          <p:cNvPr id="47108" name="Footer Placeholder 1"/>
          <p:cNvSpPr>
            <a:spLocks noGrp="1"/>
          </p:cNvSpPr>
          <p:nvPr>
            <p:ph type="ftr" sz="quarter" idx="1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0" hangingPunct="0"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1pPr>
            <a:lvl2pPr marL="742950" indent="-285750" eaLnBrk="0" hangingPunct="0"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2pPr>
            <a:lvl3pPr marL="1143000" indent="-228600" eaLnBrk="0" hangingPunct="0"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3pPr>
            <a:lvl4pPr marL="1600200" indent="-228600" eaLnBrk="0" hangingPunct="0"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4pPr>
            <a:lvl5pPr marL="2057400" indent="-228600" eaLnBrk="0" hangingPunct="0"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5000"/>
              </a:spcAft>
              <a:buClr>
                <a:schemeClr val="tx1"/>
              </a:buClr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5000"/>
              </a:spcAft>
              <a:buClr>
                <a:schemeClr val="tx1"/>
              </a:buClr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5000"/>
              </a:spcAft>
              <a:buClr>
                <a:schemeClr val="tx1"/>
              </a:buClr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5000"/>
              </a:spcAft>
              <a:buClr>
                <a:schemeClr val="tx1"/>
              </a:buClr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9pPr>
          </a:lstStyle>
          <a:p>
            <a:pPr eaLnBrk="1" hangingPunct="1"/>
            <a:r>
              <a:rPr lang="en-US" altLang="en-US" sz="1000" smtClean="0">
                <a:solidFill>
                  <a:schemeClr val="tx1"/>
                </a:solidFill>
                <a:latin typeface="Calibri" panose="020F0502020204030204" pitchFamily="34" charset="0"/>
              </a:rPr>
              <a:t>©1992-2017 by Pearson Education, Inc. All Rights Reserved.</a:t>
            </a:r>
            <a:endParaRPr lang="en-US" altLang="en-US" sz="1000" dirty="0">
              <a:solidFill>
                <a:schemeClr val="tx1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926510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shtp6_03_Page_25"/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498600"/>
            <a:ext cx="12192000" cy="3859213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©1992-2017 by Pearson Education, Inc. All Rights Reserved.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0026657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5" name="Rectangle 3"/>
          <p:cNvSpPr>
            <a:spLocks noGrp="1" noChangeArrowheads="1"/>
          </p:cNvSpPr>
          <p:nvPr>
            <p:ph idx="1"/>
          </p:nvPr>
        </p:nvSpPr>
        <p:spPr>
          <a:xfrm>
            <a:off x="609600" y="1481139"/>
            <a:ext cx="10972800" cy="3149580"/>
          </a:xfrm>
          <a:noFill/>
        </p:spPr>
        <p:txBody>
          <a:bodyPr wrap="square">
            <a:spAutoFit/>
          </a:bodyPr>
          <a:lstStyle/>
          <a:p>
            <a:pPr eaLnBrk="1" hangingPunct="1"/>
            <a:r>
              <a:rPr lang="en-US" altLang="en-US" sz="3200" b="1" i="1" dirty="0" smtClean="0">
                <a:solidFill>
                  <a:srgbClr val="4D99FF"/>
                </a:solidFill>
                <a:ea typeface="Times New Roman" panose="02020603050405020304" pitchFamily="18" charset="0"/>
                <a:cs typeface="Calibri" panose="020F0502020204030204" pitchFamily="34" charset="0"/>
              </a:rPr>
              <a:t>IntelliSense</a:t>
            </a:r>
            <a:r>
              <a:rPr lang="en-US" altLang="en-US" sz="3200" dirty="0" smtClean="0">
                <a:ea typeface="Times New Roman" panose="02020603050405020304" pitchFamily="18" charset="0"/>
                <a:cs typeface="Calibri" panose="020F0502020204030204" pitchFamily="34" charset="0"/>
              </a:rPr>
              <a:t> lists a class’s </a:t>
            </a:r>
            <a:r>
              <a:rPr lang="en-US" altLang="en-US" sz="3200" b="1" dirty="0" smtClean="0">
                <a:solidFill>
                  <a:srgbClr val="4D99FF"/>
                </a:solidFill>
                <a:ea typeface="Times New Roman" panose="02020603050405020304" pitchFamily="18" charset="0"/>
                <a:cs typeface="Calibri" panose="020F0502020204030204" pitchFamily="34" charset="0"/>
              </a:rPr>
              <a:t>members</a:t>
            </a:r>
            <a:r>
              <a:rPr lang="en-US" altLang="en-US" sz="3200" dirty="0" smtClean="0">
                <a:ea typeface="Times New Roman" panose="02020603050405020304" pitchFamily="18" charset="0"/>
                <a:cs typeface="Calibri" panose="020F0502020204030204" pitchFamily="34" charset="0"/>
              </a:rPr>
              <a:t>, which include method names.</a:t>
            </a:r>
          </a:p>
          <a:p>
            <a:pPr eaLnBrk="1" hangingPunct="1"/>
            <a:r>
              <a:rPr lang="en-US" altLang="en-US" sz="3200" dirty="0" smtClean="0">
                <a:ea typeface="Times New Roman" panose="02020603050405020304" pitchFamily="18" charset="0"/>
                <a:cs typeface="Calibri" panose="020F0502020204030204" pitchFamily="34" charset="0"/>
              </a:rPr>
              <a:t>As you type, </a:t>
            </a:r>
            <a:r>
              <a:rPr lang="en-US" altLang="en-US" sz="3200" i="1" dirty="0" smtClean="0">
                <a:ea typeface="Times New Roman" panose="02020603050405020304" pitchFamily="18" charset="0"/>
                <a:cs typeface="Calibri" panose="020F0502020204030204" pitchFamily="34" charset="0"/>
              </a:rPr>
              <a:t>IntelliSense</a:t>
            </a:r>
            <a:r>
              <a:rPr lang="en-US" altLang="en-US" sz="3200" dirty="0" smtClean="0">
                <a:ea typeface="Times New Roman" panose="02020603050405020304" pitchFamily="18" charset="0"/>
                <a:cs typeface="Calibri" panose="020F0502020204030204" pitchFamily="34" charset="0"/>
              </a:rPr>
              <a:t> lists various items that start with or contain the letters you’ve typed so far. </a:t>
            </a:r>
          </a:p>
          <a:p>
            <a:pPr eaLnBrk="1" hangingPunct="1"/>
            <a:r>
              <a:rPr lang="en-US" altLang="en-US" sz="3200" i="1" dirty="0" smtClean="0">
                <a:ea typeface="Times New Roman" panose="02020603050405020304" pitchFamily="18" charset="0"/>
                <a:cs typeface="Calibri" panose="020F0502020204030204" pitchFamily="34" charset="0"/>
              </a:rPr>
              <a:t>IntelliSense</a:t>
            </a:r>
            <a:r>
              <a:rPr lang="en-US" altLang="en-US" sz="3200" dirty="0" smtClean="0">
                <a:ea typeface="Times New Roman" panose="02020603050405020304" pitchFamily="18" charset="0"/>
                <a:cs typeface="Calibri" panose="020F0502020204030204" pitchFamily="34" charset="0"/>
              </a:rPr>
              <a:t> also displays a tool tip containing a description of the first matching item.</a:t>
            </a:r>
          </a:p>
        </p:txBody>
      </p:sp>
      <p:sp>
        <p:nvSpPr>
          <p:cNvPr id="79875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fontAlgn="auto">
              <a:spcAft>
                <a:spcPts val="0"/>
              </a:spcAft>
              <a:defRPr/>
            </a:pPr>
            <a:r>
              <a:rPr lang="en-US" dirty="0" smtClean="0"/>
              <a:t>3.3.3</a:t>
            </a:r>
            <a:r>
              <a:rPr lang="en-US" dirty="0" smtClean="0"/>
              <a:t>  </a:t>
            </a:r>
            <a:r>
              <a:rPr lang="en-US" dirty="0"/>
              <a:t>Writing Code and Using </a:t>
            </a:r>
            <a:r>
              <a:rPr lang="en-US" i="1" dirty="0"/>
              <a:t>IntelliSense</a:t>
            </a:r>
            <a:endParaRPr lang="en-US" i="1" dirty="0" smtClean="0"/>
          </a:p>
        </p:txBody>
      </p:sp>
      <p:sp>
        <p:nvSpPr>
          <p:cNvPr id="49156" name="Footer Placeholder 1"/>
          <p:cNvSpPr>
            <a:spLocks noGrp="1"/>
          </p:cNvSpPr>
          <p:nvPr>
            <p:ph type="ftr" sz="quarter" idx="1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0" hangingPunct="0"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1pPr>
            <a:lvl2pPr marL="742950" indent="-285750" eaLnBrk="0" hangingPunct="0"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2pPr>
            <a:lvl3pPr marL="1143000" indent="-228600" eaLnBrk="0" hangingPunct="0"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3pPr>
            <a:lvl4pPr marL="1600200" indent="-228600" eaLnBrk="0" hangingPunct="0"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4pPr>
            <a:lvl5pPr marL="2057400" indent="-228600" eaLnBrk="0" hangingPunct="0"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5000"/>
              </a:spcAft>
              <a:buClr>
                <a:schemeClr val="tx1"/>
              </a:buClr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5000"/>
              </a:spcAft>
              <a:buClr>
                <a:schemeClr val="tx1"/>
              </a:buClr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5000"/>
              </a:spcAft>
              <a:buClr>
                <a:schemeClr val="tx1"/>
              </a:buClr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5000"/>
              </a:spcAft>
              <a:buClr>
                <a:schemeClr val="tx1"/>
              </a:buClr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9pPr>
          </a:lstStyle>
          <a:p>
            <a:pPr eaLnBrk="1" hangingPunct="1"/>
            <a:r>
              <a:rPr lang="en-US" altLang="en-US" sz="1000" smtClean="0">
                <a:solidFill>
                  <a:schemeClr val="tx1"/>
                </a:solidFill>
                <a:latin typeface="Calibri" panose="020F0502020204030204" pitchFamily="34" charset="0"/>
              </a:rPr>
              <a:t>©1992-2017 by Pearson Education, Inc. All Rights Reserved.</a:t>
            </a:r>
            <a:endParaRPr lang="en-US" altLang="en-US" sz="1000" dirty="0">
              <a:solidFill>
                <a:schemeClr val="tx1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658476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9" name="Rectangle 3"/>
          <p:cNvSpPr>
            <a:spLocks noGrp="1" noChangeArrowheads="1"/>
          </p:cNvSpPr>
          <p:nvPr>
            <p:ph idx="1"/>
          </p:nvPr>
        </p:nvSpPr>
        <p:spPr>
          <a:xfrm>
            <a:off x="609600" y="1481139"/>
            <a:ext cx="10972800" cy="3098284"/>
          </a:xfrm>
          <a:noFill/>
        </p:spPr>
        <p:txBody>
          <a:bodyPr wrap="square">
            <a:spAutoFit/>
          </a:bodyPr>
          <a:lstStyle/>
          <a:p>
            <a:pPr eaLnBrk="1" hangingPunct="1"/>
            <a:r>
              <a:rPr lang="en-US" altLang="en-US" sz="3200" dirty="0" smtClean="0">
                <a:ea typeface="Times New Roman" panose="02020603050405020304" pitchFamily="18" charset="0"/>
                <a:cs typeface="Calibri" panose="020F0502020204030204" pitchFamily="34" charset="0"/>
              </a:rPr>
              <a:t>You can either type the complete member name, double click the member name in the member list or press the </a:t>
            </a:r>
            <a:r>
              <a:rPr lang="en-US" altLang="en-US" sz="3200" i="1" dirty="0" smtClean="0">
                <a:ea typeface="Times New Roman" panose="02020603050405020304" pitchFamily="18" charset="0"/>
                <a:cs typeface="Calibri" panose="020F0502020204030204" pitchFamily="34" charset="0"/>
              </a:rPr>
              <a:t>Tab</a:t>
            </a:r>
            <a:r>
              <a:rPr lang="en-US" altLang="en-US" sz="3200" dirty="0" smtClean="0">
                <a:ea typeface="Times New Roman" panose="02020603050405020304" pitchFamily="18" charset="0"/>
                <a:cs typeface="Calibri" panose="020F0502020204030204" pitchFamily="34" charset="0"/>
              </a:rPr>
              <a:t> key to complete the name.</a:t>
            </a:r>
          </a:p>
          <a:p>
            <a:pPr eaLnBrk="1" hangingPunct="1"/>
            <a:r>
              <a:rPr lang="en-US" altLang="en-US" sz="3200" dirty="0" smtClean="0">
                <a:ea typeface="Times New Roman" panose="02020603050405020304" pitchFamily="18" charset="0"/>
                <a:cs typeface="Calibri" panose="020F0502020204030204" pitchFamily="34" charset="0"/>
              </a:rPr>
              <a:t>While the </a:t>
            </a:r>
            <a:r>
              <a:rPr lang="en-US" altLang="en-US" sz="3200" i="1" dirty="0" smtClean="0">
                <a:ea typeface="Times New Roman" panose="02020603050405020304" pitchFamily="18" charset="0"/>
                <a:cs typeface="Calibri" panose="020F0502020204030204" pitchFamily="34" charset="0"/>
              </a:rPr>
              <a:t>IntelliSense</a:t>
            </a:r>
            <a:r>
              <a:rPr lang="en-US" altLang="en-US" sz="3200" dirty="0" smtClean="0">
                <a:ea typeface="Times New Roman" panose="02020603050405020304" pitchFamily="18" charset="0"/>
                <a:cs typeface="Calibri" panose="020F0502020204030204" pitchFamily="34" charset="0"/>
              </a:rPr>
              <a:t> window is displayed pressing the </a:t>
            </a:r>
            <a:r>
              <a:rPr lang="en-US" altLang="en-US" sz="3200" i="1" dirty="0" smtClean="0">
                <a:ea typeface="Times New Roman" panose="02020603050405020304" pitchFamily="18" charset="0"/>
                <a:cs typeface="Calibri" panose="020F0502020204030204" pitchFamily="34" charset="0"/>
              </a:rPr>
              <a:t>Ctrl</a:t>
            </a:r>
            <a:r>
              <a:rPr lang="en-US" altLang="en-US" sz="3200" dirty="0" smtClean="0">
                <a:ea typeface="Times New Roman" panose="02020603050405020304" pitchFamily="18" charset="0"/>
                <a:cs typeface="Calibri" panose="020F0502020204030204" pitchFamily="34" charset="0"/>
              </a:rPr>
              <a:t> key makes the window transparent so you can see the code behind the window. </a:t>
            </a:r>
          </a:p>
        </p:txBody>
      </p:sp>
      <p:sp>
        <p:nvSpPr>
          <p:cNvPr id="79875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fontAlgn="auto">
              <a:spcAft>
                <a:spcPts val="0"/>
              </a:spcAft>
              <a:defRPr/>
            </a:pPr>
            <a:r>
              <a:rPr lang="en-US" dirty="0"/>
              <a:t>3.3.3  Writing Code and Using </a:t>
            </a:r>
            <a:r>
              <a:rPr lang="en-US" i="1" dirty="0"/>
              <a:t>IntelliSense</a:t>
            </a:r>
            <a:endParaRPr lang="en-US" dirty="0" smtClean="0"/>
          </a:p>
        </p:txBody>
      </p:sp>
      <p:sp>
        <p:nvSpPr>
          <p:cNvPr id="50180" name="Footer Placeholder 1"/>
          <p:cNvSpPr>
            <a:spLocks noGrp="1"/>
          </p:cNvSpPr>
          <p:nvPr>
            <p:ph type="ftr" sz="quarter" idx="1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0" hangingPunct="0"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1pPr>
            <a:lvl2pPr marL="742950" indent="-285750" eaLnBrk="0" hangingPunct="0"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2pPr>
            <a:lvl3pPr marL="1143000" indent="-228600" eaLnBrk="0" hangingPunct="0"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3pPr>
            <a:lvl4pPr marL="1600200" indent="-228600" eaLnBrk="0" hangingPunct="0"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4pPr>
            <a:lvl5pPr marL="2057400" indent="-228600" eaLnBrk="0" hangingPunct="0"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5000"/>
              </a:spcAft>
              <a:buClr>
                <a:schemeClr val="tx1"/>
              </a:buClr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5000"/>
              </a:spcAft>
              <a:buClr>
                <a:schemeClr val="tx1"/>
              </a:buClr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5000"/>
              </a:spcAft>
              <a:buClr>
                <a:schemeClr val="tx1"/>
              </a:buClr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5000"/>
              </a:spcAft>
              <a:buClr>
                <a:schemeClr val="tx1"/>
              </a:buClr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9pPr>
          </a:lstStyle>
          <a:p>
            <a:pPr eaLnBrk="1" hangingPunct="1"/>
            <a:r>
              <a:rPr lang="en-US" altLang="en-US" sz="1000" smtClean="0">
                <a:solidFill>
                  <a:schemeClr val="tx1"/>
                </a:solidFill>
                <a:latin typeface="Calibri" panose="020F0502020204030204" pitchFamily="34" charset="0"/>
              </a:rPr>
              <a:t>©1992-2017 by Pearson Education, Inc. All Rights Reserved.</a:t>
            </a:r>
            <a:endParaRPr lang="en-US" altLang="en-US" sz="1000" dirty="0">
              <a:solidFill>
                <a:schemeClr val="tx1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659414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shtp6_03_Page_26"/>
          <p:cNvPicPr>
            <a:picLocks noGrp="1" noChangeAspect="1"/>
          </p:cNvPicPr>
          <p:nvPr isPhoto="1"/>
        </p:nvPicPr>
        <p:blipFill>
          <a:blip r:embed="rId2" cstate="print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92213" y="0"/>
            <a:ext cx="9805987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©1992-2017 by Pearson Education, Inc. All Rights Reserved.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1961128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shtp6_03_Page_27"/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2438" y="0"/>
            <a:ext cx="11287125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©1992-2017 by Pearson Education, Inc. All Rights Reserved.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743653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7" name="Rectangle 3"/>
          <p:cNvSpPr>
            <a:spLocks noGrp="1" noChangeArrowheads="1"/>
          </p:cNvSpPr>
          <p:nvPr>
            <p:ph idx="1"/>
          </p:nvPr>
        </p:nvSpPr>
        <p:spPr>
          <a:xfrm>
            <a:off x="609600" y="1481138"/>
            <a:ext cx="10972800" cy="3642023"/>
          </a:xfrm>
        </p:spPr>
        <p:txBody>
          <a:bodyPr wrap="square">
            <a:spAutoFit/>
          </a:bodyPr>
          <a:lstStyle/>
          <a:p>
            <a:pPr eaLnBrk="1" hangingPunct="1">
              <a:defRPr/>
            </a:pPr>
            <a:r>
              <a:rPr lang="en-US" sz="3200" dirty="0">
                <a:ea typeface="Times New Roman" pitchFamily="18" charset="0"/>
                <a:cs typeface="Calibri" panose="020F0502020204030204" pitchFamily="34" charset="0"/>
              </a:rPr>
              <a:t>When you type the open parenthesis character, </a:t>
            </a:r>
            <a:r>
              <a:rPr lang="en-US" sz="3200" dirty="0">
                <a:latin typeface="Consolas" panose="020B0609020204030204" pitchFamily="49" charset="0"/>
                <a:ea typeface="Times New Roman" pitchFamily="18" charset="0"/>
                <a:cs typeface="Lucida Console" pitchFamily="49" charset="0"/>
              </a:rPr>
              <a:t>(</a:t>
            </a:r>
            <a:r>
              <a:rPr lang="en-US" sz="3200" dirty="0">
                <a:ea typeface="Times New Roman" pitchFamily="18" charset="0"/>
                <a:cs typeface="Calibri" panose="020F0502020204030204" pitchFamily="34" charset="0"/>
              </a:rPr>
              <a:t>, after a method name, the </a:t>
            </a:r>
            <a:r>
              <a:rPr lang="en-US" sz="3200" b="1" i="1" dirty="0">
                <a:solidFill>
                  <a:srgbClr val="4D99FF"/>
                </a:solidFill>
                <a:ea typeface="Times New Roman" pitchFamily="18" charset="0"/>
                <a:cs typeface="Calibri" panose="020F0502020204030204" pitchFamily="34" charset="0"/>
              </a:rPr>
              <a:t>Parameter Info</a:t>
            </a:r>
            <a:r>
              <a:rPr lang="en-US" sz="3200" dirty="0">
                <a:ea typeface="Times New Roman" pitchFamily="18" charset="0"/>
                <a:cs typeface="Calibri" panose="020F0502020204030204" pitchFamily="34" charset="0"/>
              </a:rPr>
              <a:t> window is displayed (Fig. 3.7).</a:t>
            </a:r>
          </a:p>
          <a:p>
            <a:pPr eaLnBrk="1" hangingPunct="1">
              <a:defRPr/>
            </a:pPr>
            <a:r>
              <a:rPr lang="en-US" sz="3200" dirty="0">
                <a:ea typeface="Times New Roman" pitchFamily="18" charset="0"/>
                <a:cs typeface="Calibri" panose="020F0502020204030204" pitchFamily="34" charset="0"/>
              </a:rPr>
              <a:t>This window contains information about the method’s parameters.</a:t>
            </a:r>
            <a:r>
              <a:rPr lang="en-US" sz="3200" b="1" i="1" dirty="0">
                <a:solidFill>
                  <a:srgbClr val="4D99FF"/>
                </a:solidFill>
                <a:ea typeface="Times New Roman" pitchFamily="18" charset="0"/>
                <a:cs typeface="Calibri" panose="020F0502020204030204" pitchFamily="34" charset="0"/>
              </a:rPr>
              <a:t> </a:t>
            </a:r>
          </a:p>
          <a:p>
            <a:pPr eaLnBrk="1" hangingPunct="1">
              <a:defRPr/>
            </a:pPr>
            <a:r>
              <a:rPr lang="en-US" altLang="ja-JP" sz="3200" dirty="0">
                <a:ea typeface="MS Mincho" pitchFamily="49" charset="-128"/>
                <a:cs typeface="Calibri" panose="020F0502020204030204" pitchFamily="34" charset="0"/>
              </a:rPr>
              <a:t>Up and down arrows allow you to scroll through overloaded versions of the method.</a:t>
            </a:r>
            <a:r>
              <a:rPr lang="en-US" altLang="ja-JP" sz="3200" dirty="0">
                <a:ea typeface="Times New Roman" pitchFamily="18" charset="0"/>
                <a:cs typeface="Calibri" panose="020F0502020204030204" pitchFamily="34" charset="0"/>
              </a:rPr>
              <a:t> </a:t>
            </a:r>
            <a:endParaRPr lang="en-US" sz="3200" dirty="0">
              <a:ea typeface="Times New Roman" pitchFamily="18" charset="0"/>
              <a:cs typeface="Calibri" panose="020F0502020204030204" pitchFamily="34" charset="0"/>
            </a:endParaRPr>
          </a:p>
        </p:txBody>
      </p:sp>
      <p:sp>
        <p:nvSpPr>
          <p:cNvPr id="83971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fontAlgn="auto">
              <a:spcAft>
                <a:spcPts val="0"/>
              </a:spcAft>
              <a:defRPr/>
            </a:pPr>
            <a:r>
              <a:rPr lang="en-US" dirty="0"/>
              <a:t>3.3.3  Writing Code and Using </a:t>
            </a:r>
            <a:r>
              <a:rPr lang="en-US" i="1" dirty="0"/>
              <a:t>IntelliSense</a:t>
            </a:r>
            <a:endParaRPr lang="en-US" dirty="0" smtClean="0"/>
          </a:p>
        </p:txBody>
      </p:sp>
      <p:sp>
        <p:nvSpPr>
          <p:cNvPr id="53252" name="Footer Placeholder 1"/>
          <p:cNvSpPr>
            <a:spLocks noGrp="1"/>
          </p:cNvSpPr>
          <p:nvPr>
            <p:ph type="ftr" sz="quarter" idx="1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0" hangingPunct="0"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1pPr>
            <a:lvl2pPr marL="742950" indent="-285750" eaLnBrk="0" hangingPunct="0"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2pPr>
            <a:lvl3pPr marL="1143000" indent="-228600" eaLnBrk="0" hangingPunct="0"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3pPr>
            <a:lvl4pPr marL="1600200" indent="-228600" eaLnBrk="0" hangingPunct="0"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4pPr>
            <a:lvl5pPr marL="2057400" indent="-228600" eaLnBrk="0" hangingPunct="0"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5000"/>
              </a:spcAft>
              <a:buClr>
                <a:schemeClr val="tx1"/>
              </a:buClr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5000"/>
              </a:spcAft>
              <a:buClr>
                <a:schemeClr val="tx1"/>
              </a:buClr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5000"/>
              </a:spcAft>
              <a:buClr>
                <a:schemeClr val="tx1"/>
              </a:buClr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5000"/>
              </a:spcAft>
              <a:buClr>
                <a:schemeClr val="tx1"/>
              </a:buClr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9pPr>
          </a:lstStyle>
          <a:p>
            <a:pPr eaLnBrk="1" hangingPunct="1"/>
            <a:r>
              <a:rPr lang="en-US" altLang="en-US" sz="1000" smtClean="0">
                <a:solidFill>
                  <a:schemeClr val="tx1"/>
                </a:solidFill>
                <a:latin typeface="Calibri" panose="020F0502020204030204" pitchFamily="34" charset="0"/>
              </a:rPr>
              <a:t>©1992-2017 by Pearson Education, Inc. All Rights Reserved.</a:t>
            </a:r>
            <a:endParaRPr lang="en-US" altLang="en-US" sz="1000" dirty="0">
              <a:solidFill>
                <a:schemeClr val="tx1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289227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shtp6_03_Page_28"/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0800"/>
            <a:ext cx="12192000" cy="6756400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©1992-2017 by Pearson Education, Inc. All Rights Reserved.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9573338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3" name="Rectangle 3"/>
          <p:cNvSpPr>
            <a:spLocks noGrp="1" noChangeArrowheads="1"/>
          </p:cNvSpPr>
          <p:nvPr>
            <p:ph idx="1"/>
          </p:nvPr>
        </p:nvSpPr>
        <p:spPr>
          <a:xfrm>
            <a:off x="609600" y="1481139"/>
            <a:ext cx="10972800" cy="2336537"/>
          </a:xfrm>
          <a:noFill/>
        </p:spPr>
        <p:txBody>
          <a:bodyPr wrap="square">
            <a:spAutoFit/>
          </a:bodyPr>
          <a:lstStyle/>
          <a:p>
            <a:pPr eaLnBrk="1" hangingPunct="1"/>
            <a:r>
              <a:rPr lang="en-US" altLang="en-US" sz="3600" dirty="0" smtClean="0">
                <a:ea typeface="Times New Roman" panose="02020603050405020304" pitchFamily="18" charset="0"/>
                <a:cs typeface="Calibri" panose="020F0502020204030204" pitchFamily="34" charset="0"/>
              </a:rPr>
              <a:t>To compile the app, select </a:t>
            </a:r>
            <a:r>
              <a:rPr lang="en-US" altLang="en-US" sz="3600" b="1" dirty="0" smtClean="0">
                <a:ea typeface="Times New Roman" panose="02020603050405020304" pitchFamily="18" charset="0"/>
                <a:cs typeface="Calibri" panose="020F0502020204030204" pitchFamily="34" charset="0"/>
              </a:rPr>
              <a:t>Build &gt; </a:t>
            </a:r>
            <a:r>
              <a:rPr lang="en-US" altLang="en-US" sz="3600" b="1" dirty="0" smtClean="0">
                <a:ea typeface="Times New Roman" panose="02020603050405020304" pitchFamily="18" charset="0"/>
                <a:cs typeface="Calibri" panose="020F0502020204030204" pitchFamily="34" charset="0"/>
              </a:rPr>
              <a:t>Build Solution</a:t>
            </a:r>
            <a:r>
              <a:rPr lang="en-US" altLang="en-US" sz="3600" dirty="0" smtClean="0">
                <a:ea typeface="Times New Roman" panose="02020603050405020304" pitchFamily="18" charset="0"/>
                <a:cs typeface="Calibri" panose="020F0502020204030204" pitchFamily="34" charset="0"/>
              </a:rPr>
              <a:t>. </a:t>
            </a:r>
          </a:p>
          <a:p>
            <a:pPr lvl="1" eaLnBrk="1" hangingPunct="1"/>
            <a:r>
              <a:rPr lang="en-US" altLang="en-US" sz="3200" dirty="0" smtClean="0">
                <a:ea typeface="Times New Roman" panose="02020603050405020304" pitchFamily="18" charset="0"/>
                <a:cs typeface="Calibri" panose="020F0502020204030204" pitchFamily="34" charset="0"/>
              </a:rPr>
              <a:t>This invokes the </a:t>
            </a:r>
            <a:r>
              <a:rPr lang="en-US" altLang="en-US" sz="3200" dirty="0" smtClean="0">
                <a:latin typeface="Consolas" panose="020B0609020204030204" pitchFamily="49" charset="0"/>
                <a:ea typeface="Times New Roman" panose="02020603050405020304" pitchFamily="18" charset="0"/>
                <a:cs typeface="Lucida Console" panose="020B0609040504020204" pitchFamily="49" charset="0"/>
              </a:rPr>
              <a:t>Main</a:t>
            </a:r>
            <a:r>
              <a:rPr lang="en-US" altLang="en-US" sz="3200" dirty="0" smtClean="0">
                <a:ea typeface="Times New Roman" panose="02020603050405020304" pitchFamily="18" charset="0"/>
                <a:cs typeface="Calibri" panose="020F0502020204030204" pitchFamily="34" charset="0"/>
              </a:rPr>
              <a:t> method.</a:t>
            </a:r>
          </a:p>
          <a:p>
            <a:pPr eaLnBrk="1" hangingPunct="1"/>
            <a:r>
              <a:rPr lang="en-US" altLang="en-US" sz="3600" dirty="0" smtClean="0">
                <a:ea typeface="Times New Roman" panose="02020603050405020304" pitchFamily="18" charset="0"/>
                <a:cs typeface="Calibri" panose="020F0502020204030204" pitchFamily="34" charset="0"/>
              </a:rPr>
              <a:t>Figure 3.8 shows the results of executing this app, displayed in a console (</a:t>
            </a:r>
            <a:r>
              <a:rPr lang="en-US" altLang="en-US" sz="3600" b="1" dirty="0" smtClean="0">
                <a:ea typeface="Times New Roman" panose="02020603050405020304" pitchFamily="18" charset="0"/>
                <a:cs typeface="Calibri" panose="020F0502020204030204" pitchFamily="34" charset="0"/>
              </a:rPr>
              <a:t>Command Prompt</a:t>
            </a:r>
            <a:r>
              <a:rPr lang="en-US" altLang="en-US" sz="3600" dirty="0" smtClean="0">
                <a:ea typeface="Times New Roman" panose="02020603050405020304" pitchFamily="18" charset="0"/>
                <a:cs typeface="Calibri" panose="020F0502020204030204" pitchFamily="34" charset="0"/>
              </a:rPr>
              <a:t>) window. </a:t>
            </a:r>
          </a:p>
        </p:txBody>
      </p:sp>
      <p:sp>
        <p:nvSpPr>
          <p:cNvPr id="88067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3.3.4</a:t>
            </a:r>
            <a:r>
              <a:rPr lang="en-US" dirty="0" smtClean="0"/>
              <a:t>  </a:t>
            </a:r>
            <a:r>
              <a:rPr lang="en-US" dirty="0"/>
              <a:t>Compiling and Running the App</a:t>
            </a:r>
          </a:p>
        </p:txBody>
      </p:sp>
      <p:sp>
        <p:nvSpPr>
          <p:cNvPr id="56324" name="Footer Placeholder 1"/>
          <p:cNvSpPr>
            <a:spLocks noGrp="1"/>
          </p:cNvSpPr>
          <p:nvPr>
            <p:ph type="ftr" sz="quarter" idx="1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0" hangingPunct="0"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1pPr>
            <a:lvl2pPr marL="742950" indent="-285750" eaLnBrk="0" hangingPunct="0"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2pPr>
            <a:lvl3pPr marL="1143000" indent="-228600" eaLnBrk="0" hangingPunct="0"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3pPr>
            <a:lvl4pPr marL="1600200" indent="-228600" eaLnBrk="0" hangingPunct="0"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4pPr>
            <a:lvl5pPr marL="2057400" indent="-228600" eaLnBrk="0" hangingPunct="0"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5000"/>
              </a:spcAft>
              <a:buClr>
                <a:schemeClr val="tx1"/>
              </a:buClr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5000"/>
              </a:spcAft>
              <a:buClr>
                <a:schemeClr val="tx1"/>
              </a:buClr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5000"/>
              </a:spcAft>
              <a:buClr>
                <a:schemeClr val="tx1"/>
              </a:buClr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5000"/>
              </a:spcAft>
              <a:buClr>
                <a:schemeClr val="tx1"/>
              </a:buClr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9pPr>
          </a:lstStyle>
          <a:p>
            <a:pPr eaLnBrk="1" hangingPunct="1"/>
            <a:r>
              <a:rPr lang="en-US" altLang="en-US" sz="1000" smtClean="0">
                <a:solidFill>
                  <a:schemeClr val="tx1"/>
                </a:solidFill>
                <a:latin typeface="Calibri" panose="020F0502020204030204" pitchFamily="34" charset="0"/>
              </a:rPr>
              <a:t>©1992-2017 by Pearson Education, Inc. All Rights Reserved.</a:t>
            </a:r>
            <a:endParaRPr lang="en-US" altLang="en-US" sz="1000" dirty="0">
              <a:solidFill>
                <a:schemeClr val="tx1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283058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shtp6_03_Page_29"/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722438"/>
            <a:ext cx="12192000" cy="3411537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©1992-2017 by Pearson Education, Inc. All Rights Reserved.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3080075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1" name="Rectangle 3"/>
          <p:cNvSpPr>
            <a:spLocks noGrp="1" noChangeArrowheads="1"/>
          </p:cNvSpPr>
          <p:nvPr>
            <p:ph idx="1"/>
          </p:nvPr>
        </p:nvSpPr>
        <p:spPr>
          <a:xfrm>
            <a:off x="609600" y="1481138"/>
            <a:ext cx="10972800" cy="3642023"/>
          </a:xfrm>
          <a:noFill/>
        </p:spPr>
        <p:txBody>
          <a:bodyPr wrap="square">
            <a:spAutoFit/>
          </a:bodyPr>
          <a:lstStyle/>
          <a:p>
            <a:pPr eaLnBrk="1" hangingPunct="1"/>
            <a:r>
              <a:rPr lang="en-US" altLang="en-US" sz="3200" dirty="0" smtClean="0">
                <a:ea typeface="Times New Roman" panose="02020603050405020304" pitchFamily="18" charset="0"/>
                <a:cs typeface="Calibri" panose="020F0502020204030204" pitchFamily="34" charset="0"/>
              </a:rPr>
              <a:t>As you type code, the IDE responds either by applying syntax-color highlighting or by generating a </a:t>
            </a:r>
            <a:r>
              <a:rPr lang="en-US" altLang="en-US" sz="3200" b="1" dirty="0" smtClean="0">
                <a:solidFill>
                  <a:srgbClr val="4D99FF"/>
                </a:solidFill>
                <a:ea typeface="Times New Roman" panose="02020603050405020304" pitchFamily="18" charset="0"/>
                <a:cs typeface="Calibri" panose="020F0502020204030204" pitchFamily="34" charset="0"/>
              </a:rPr>
              <a:t>syntax error</a:t>
            </a:r>
            <a:r>
              <a:rPr lang="en-US" altLang="en-US" sz="3200" dirty="0" smtClean="0">
                <a:ea typeface="Times New Roman" panose="02020603050405020304" pitchFamily="18" charset="0"/>
                <a:cs typeface="Calibri" panose="020F0502020204030204" pitchFamily="34" charset="0"/>
              </a:rPr>
              <a:t>.</a:t>
            </a:r>
          </a:p>
          <a:p>
            <a:pPr algn="just" eaLnBrk="1" hangingPunct="1"/>
            <a:r>
              <a:rPr lang="en-US" altLang="en-US" sz="3200" dirty="0" smtClean="0">
                <a:ea typeface="Times New Roman" panose="02020603050405020304" pitchFamily="18" charset="0"/>
                <a:cs typeface="Calibri" panose="020F0502020204030204" pitchFamily="34" charset="0"/>
              </a:rPr>
              <a:t>A syntax error indicates a violation of Visual C#’s rules for creating correct apps.</a:t>
            </a:r>
          </a:p>
          <a:p>
            <a:pPr algn="just" eaLnBrk="1" hangingPunct="1"/>
            <a:r>
              <a:rPr lang="en-US" altLang="en-US" sz="3200" dirty="0" smtClean="0">
                <a:ea typeface="Times New Roman" panose="02020603050405020304" pitchFamily="18" charset="0"/>
                <a:cs typeface="Calibri" panose="020F0502020204030204" pitchFamily="34" charset="0"/>
              </a:rPr>
              <a:t>When a syntax error occurs, the IDE underlines the location of the error with a red squiggly line and provides a description of it in the </a:t>
            </a:r>
            <a:r>
              <a:rPr lang="en-US" altLang="en-US" sz="3200" b="1" dirty="0" smtClean="0">
                <a:solidFill>
                  <a:srgbClr val="4D99FF"/>
                </a:solidFill>
                <a:ea typeface="Times New Roman" panose="02020603050405020304" pitchFamily="18" charset="0"/>
                <a:cs typeface="Calibri" panose="020F0502020204030204" pitchFamily="34" charset="0"/>
              </a:rPr>
              <a:t>Error List window </a:t>
            </a:r>
            <a:r>
              <a:rPr lang="en-US" altLang="en-US" sz="3200" dirty="0" smtClean="0">
                <a:ea typeface="Times New Roman" panose="02020603050405020304" pitchFamily="18" charset="0"/>
                <a:cs typeface="Calibri" panose="020F0502020204030204" pitchFamily="34" charset="0"/>
              </a:rPr>
              <a:t>(Fig. 3.9).</a:t>
            </a:r>
          </a:p>
        </p:txBody>
      </p:sp>
      <p:sp>
        <p:nvSpPr>
          <p:cNvPr id="96259" name="Rectangle 2"/>
          <p:cNvSpPr>
            <a:spLocks noGrp="1" noChangeArrowheads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>
            <a:normAutofit fontScale="90000"/>
          </a:bodyPr>
          <a:lstStyle/>
          <a:p>
            <a:r>
              <a:rPr lang="en-US" dirty="0" smtClean="0"/>
              <a:t>3.3.5</a:t>
            </a:r>
            <a:r>
              <a:rPr lang="en-US" dirty="0" smtClean="0"/>
              <a:t>  </a:t>
            </a:r>
            <a:r>
              <a:rPr lang="en-US" dirty="0"/>
              <a:t>Errors, Error Messages and the Error List Window</a:t>
            </a:r>
          </a:p>
        </p:txBody>
      </p:sp>
      <p:sp>
        <p:nvSpPr>
          <p:cNvPr id="58372" name="Footer Placeholder 1"/>
          <p:cNvSpPr>
            <a:spLocks noGrp="1"/>
          </p:cNvSpPr>
          <p:nvPr>
            <p:ph type="ftr" sz="quarter" idx="1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0" hangingPunct="0"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1pPr>
            <a:lvl2pPr marL="742950" indent="-285750" eaLnBrk="0" hangingPunct="0"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2pPr>
            <a:lvl3pPr marL="1143000" indent="-228600" eaLnBrk="0" hangingPunct="0"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3pPr>
            <a:lvl4pPr marL="1600200" indent="-228600" eaLnBrk="0" hangingPunct="0"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4pPr>
            <a:lvl5pPr marL="2057400" indent="-228600" eaLnBrk="0" hangingPunct="0"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5000"/>
              </a:spcAft>
              <a:buClr>
                <a:schemeClr val="tx1"/>
              </a:buClr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5000"/>
              </a:spcAft>
              <a:buClr>
                <a:schemeClr val="tx1"/>
              </a:buClr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5000"/>
              </a:spcAft>
              <a:buClr>
                <a:schemeClr val="tx1"/>
              </a:buClr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5000"/>
              </a:spcAft>
              <a:buClr>
                <a:schemeClr val="tx1"/>
              </a:buClr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9pPr>
          </a:lstStyle>
          <a:p>
            <a:pPr eaLnBrk="1" hangingPunct="1"/>
            <a:r>
              <a:rPr lang="en-US" altLang="en-US" sz="1000" smtClean="0">
                <a:solidFill>
                  <a:schemeClr val="tx1"/>
                </a:solidFill>
                <a:latin typeface="Calibri" panose="020F0502020204030204" pitchFamily="34" charset="0"/>
              </a:rPr>
              <a:t>©1992-2017 by Pearson Education, Inc. All Rights Reserved.</a:t>
            </a:r>
            <a:endParaRPr lang="en-US" altLang="en-US" sz="1000" dirty="0">
              <a:solidFill>
                <a:schemeClr val="tx1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234582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shtp6_03_Page_30"/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68338"/>
            <a:ext cx="12192000" cy="5519737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©1992-2017 by Pearson Education, Inc. All Rights Reserved.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4250731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shtp6_03_Page_31"/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79638" y="0"/>
            <a:ext cx="7832725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©1992-2017 by Pearson Education, Inc. All Rights Reserved.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8820774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3" name="Rectangle 3"/>
          <p:cNvSpPr>
            <a:spLocks noGrp="1" noChangeArrowheads="1"/>
          </p:cNvSpPr>
          <p:nvPr>
            <p:ph idx="1"/>
          </p:nvPr>
        </p:nvSpPr>
        <p:spPr>
          <a:xfrm>
            <a:off x="609600" y="1481139"/>
            <a:ext cx="10972800" cy="3196773"/>
          </a:xfrm>
          <a:noFill/>
        </p:spPr>
        <p:txBody>
          <a:bodyPr wrap="square">
            <a:spAutoFit/>
          </a:bodyPr>
          <a:lstStyle/>
          <a:p>
            <a:pPr marL="258763" indent="-258763">
              <a:spcAft>
                <a:spcPct val="20000"/>
              </a:spcAft>
              <a:buFont typeface="Times New Roman" panose="02020603050405020304" pitchFamily="18" charset="0"/>
              <a:buChar char="•"/>
            </a:pPr>
            <a:r>
              <a:rPr lang="en-US" altLang="en-US" sz="3200" dirty="0">
                <a:solidFill>
                  <a:srgbClr val="000000"/>
                </a:solidFill>
              </a:rPr>
              <a:t>Class </a:t>
            </a:r>
            <a:r>
              <a:rPr lang="en-US" altLang="en-US" sz="3200" dirty="0">
                <a:solidFill>
                  <a:srgbClr val="00000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Lucida Console" panose="020B0609040504020204" pitchFamily="49" charset="0"/>
              </a:rPr>
              <a:t>Welcome2</a:t>
            </a:r>
            <a:r>
              <a:rPr lang="en-US" altLang="en-US" sz="3200" dirty="0">
                <a:solidFill>
                  <a:srgbClr val="000000"/>
                </a:solidFill>
              </a:rPr>
              <a:t>, shown in Fig. 3.10, uses two statements to produce the same output as that shown in the previous example.</a:t>
            </a:r>
          </a:p>
          <a:p>
            <a:pPr marL="258763" indent="-258763">
              <a:spcAft>
                <a:spcPct val="20000"/>
              </a:spcAft>
              <a:buFont typeface="Times New Roman" panose="02020603050405020304" pitchFamily="18" charset="0"/>
              <a:buChar char="•"/>
            </a:pPr>
            <a:r>
              <a:rPr lang="en-US" altLang="en-US" sz="3200" dirty="0">
                <a:solidFill>
                  <a:srgbClr val="000000"/>
                </a:solidFill>
              </a:rPr>
              <a:t>Unlike </a:t>
            </a:r>
            <a:r>
              <a:rPr lang="en-US" altLang="en-US" sz="3200" dirty="0" err="1">
                <a:solidFill>
                  <a:srgbClr val="000000"/>
                </a:solidFill>
                <a:latin typeface="Consolas" panose="020B0609020204030204" pitchFamily="49" charset="0"/>
              </a:rPr>
              <a:t>WriteLine</a:t>
            </a:r>
            <a:r>
              <a:rPr lang="en-US" altLang="en-US" sz="3200" dirty="0">
                <a:solidFill>
                  <a:srgbClr val="000000"/>
                </a:solidFill>
              </a:rPr>
              <a:t>, the </a:t>
            </a:r>
            <a:r>
              <a:rPr lang="en-US" altLang="en-US" sz="3200" dirty="0">
                <a:solidFill>
                  <a:srgbClr val="000000"/>
                </a:solidFill>
                <a:latin typeface="Consolas" panose="020B0609020204030204" pitchFamily="49" charset="0"/>
              </a:rPr>
              <a:t>Console</a:t>
            </a:r>
            <a:r>
              <a:rPr lang="en-US" altLang="en-US" sz="3200" dirty="0">
                <a:solidFill>
                  <a:srgbClr val="000000"/>
                </a:solidFill>
              </a:rPr>
              <a:t> class’s </a:t>
            </a:r>
            <a:r>
              <a:rPr lang="en-US" altLang="en-US" sz="3200" dirty="0">
                <a:solidFill>
                  <a:srgbClr val="000000"/>
                </a:solidFill>
                <a:latin typeface="Consolas" panose="020B0609020204030204" pitchFamily="49" charset="0"/>
              </a:rPr>
              <a:t>Write</a:t>
            </a:r>
            <a:r>
              <a:rPr lang="en-US" altLang="en-US" sz="3200" dirty="0">
                <a:solidFill>
                  <a:srgbClr val="000000"/>
                </a:solidFill>
              </a:rPr>
              <a:t> method does not position the screen cursor at the beginning of the next line in the console window. </a:t>
            </a:r>
          </a:p>
        </p:txBody>
      </p:sp>
      <p:sp>
        <p:nvSpPr>
          <p:cNvPr id="96259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3.4.1</a:t>
            </a:r>
            <a:r>
              <a:rPr lang="en-US" dirty="0"/>
              <a:t>  </a:t>
            </a:r>
            <a:r>
              <a:rPr lang="en-US" dirty="0"/>
              <a:t>Displaying a Single Line of Text with Multiple Statements</a:t>
            </a:r>
          </a:p>
        </p:txBody>
      </p:sp>
      <p:sp>
        <p:nvSpPr>
          <p:cNvPr id="61444" name="Footer Placeholder 1"/>
          <p:cNvSpPr>
            <a:spLocks noGrp="1"/>
          </p:cNvSpPr>
          <p:nvPr>
            <p:ph type="ftr" sz="quarter" idx="1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0" hangingPunct="0"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1pPr>
            <a:lvl2pPr marL="742950" indent="-285750" eaLnBrk="0" hangingPunct="0"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2pPr>
            <a:lvl3pPr marL="1143000" indent="-228600" eaLnBrk="0" hangingPunct="0"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3pPr>
            <a:lvl4pPr marL="1600200" indent="-228600" eaLnBrk="0" hangingPunct="0"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4pPr>
            <a:lvl5pPr marL="2057400" indent="-228600" eaLnBrk="0" hangingPunct="0"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5000"/>
              </a:spcAft>
              <a:buClr>
                <a:schemeClr val="tx1"/>
              </a:buClr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5000"/>
              </a:spcAft>
              <a:buClr>
                <a:schemeClr val="tx1"/>
              </a:buClr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5000"/>
              </a:spcAft>
              <a:buClr>
                <a:schemeClr val="tx1"/>
              </a:buClr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5000"/>
              </a:spcAft>
              <a:buClr>
                <a:schemeClr val="tx1"/>
              </a:buClr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9pPr>
          </a:lstStyle>
          <a:p>
            <a:pPr eaLnBrk="1" hangingPunct="1"/>
            <a:r>
              <a:rPr lang="en-US" altLang="en-US" sz="1000" smtClean="0">
                <a:solidFill>
                  <a:schemeClr val="tx1"/>
                </a:solidFill>
                <a:latin typeface="Calibri" panose="020F0502020204030204" pitchFamily="34" charset="0"/>
              </a:rPr>
              <a:t>©1992-2017 by Pearson Education, Inc. All Rights Reserved.</a:t>
            </a:r>
            <a:endParaRPr lang="en-US" altLang="en-US" sz="1000" dirty="0">
              <a:solidFill>
                <a:schemeClr val="tx1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511719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shtp6_03_Page_32"/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93675"/>
            <a:ext cx="12192000" cy="6469063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©1992-2017 by Pearson Education, Inc. All Rights Reserved.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5960780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1" name="Rectangle 3"/>
          <p:cNvSpPr>
            <a:spLocks noGrp="1" noChangeArrowheads="1"/>
          </p:cNvSpPr>
          <p:nvPr>
            <p:ph idx="1"/>
          </p:nvPr>
        </p:nvSpPr>
        <p:spPr>
          <a:xfrm>
            <a:off x="609600" y="1481139"/>
            <a:ext cx="10972800" cy="3346557"/>
          </a:xfrm>
          <a:noFill/>
        </p:spPr>
        <p:txBody>
          <a:bodyPr wrap="square">
            <a:spAutoFit/>
          </a:bodyPr>
          <a:lstStyle/>
          <a:p>
            <a:pPr marL="258763" indent="-258763">
              <a:spcAft>
                <a:spcPct val="20000"/>
              </a:spcAft>
              <a:buFont typeface="Times New Roman" panose="02020603050405020304" pitchFamily="18" charset="0"/>
              <a:buChar char="•"/>
            </a:pPr>
            <a:r>
              <a:rPr lang="en-US" altLang="en-US" sz="3200" dirty="0">
                <a:solidFill>
                  <a:srgbClr val="000000"/>
                </a:solidFill>
              </a:rPr>
              <a:t>A single statement can display multiple lines by using newline characters.</a:t>
            </a:r>
            <a:endParaRPr lang="en-US" altLang="en-US" sz="3200" dirty="0">
              <a:solidFill>
                <a:srgbClr val="000000"/>
              </a:solidFill>
              <a:ea typeface="Times New Roman" panose="02020603050405020304" pitchFamily="18" charset="0"/>
              <a:cs typeface="Calibri" panose="020F0502020204030204" pitchFamily="34" charset="0"/>
            </a:endParaRPr>
          </a:p>
          <a:p>
            <a:pPr marL="258763" indent="-258763">
              <a:spcAft>
                <a:spcPct val="20000"/>
              </a:spcAft>
              <a:buFont typeface="Times New Roman" panose="02020603050405020304" pitchFamily="18" charset="0"/>
              <a:buChar char="•"/>
            </a:pPr>
            <a:r>
              <a:rPr lang="en-US" altLang="en-US" sz="3200" dirty="0">
                <a:solidFill>
                  <a:srgbClr val="000000"/>
                </a:solidFill>
              </a:rPr>
              <a:t>Like space characters and tab characters, newline characters are whitespace characters.</a:t>
            </a:r>
          </a:p>
          <a:p>
            <a:pPr marL="258763" indent="-258763">
              <a:spcAft>
                <a:spcPct val="20000"/>
              </a:spcAft>
              <a:buFont typeface="Times New Roman" panose="02020603050405020304" pitchFamily="18" charset="0"/>
              <a:buChar char="•"/>
            </a:pPr>
            <a:r>
              <a:rPr lang="en-US" altLang="en-US" sz="3200" dirty="0">
                <a:solidFill>
                  <a:srgbClr val="000000"/>
                </a:solidFill>
              </a:rPr>
              <a:t>The app of Fig. 3.11 outputs four lines of text, using newline characters to indicate when to begin each new line. </a:t>
            </a:r>
          </a:p>
        </p:txBody>
      </p:sp>
      <p:sp>
        <p:nvSpPr>
          <p:cNvPr id="96259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3.4.2 Displaying </a:t>
            </a:r>
            <a:r>
              <a:rPr lang="en-US" dirty="0"/>
              <a:t>Multiple Lines of Text with a Single Statement</a:t>
            </a:r>
          </a:p>
        </p:txBody>
      </p:sp>
      <p:sp>
        <p:nvSpPr>
          <p:cNvPr id="63492" name="Footer Placeholder 1"/>
          <p:cNvSpPr>
            <a:spLocks noGrp="1"/>
          </p:cNvSpPr>
          <p:nvPr>
            <p:ph type="ftr" sz="quarter" idx="1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0" hangingPunct="0"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1pPr>
            <a:lvl2pPr marL="742950" indent="-285750" eaLnBrk="0" hangingPunct="0"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2pPr>
            <a:lvl3pPr marL="1143000" indent="-228600" eaLnBrk="0" hangingPunct="0"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3pPr>
            <a:lvl4pPr marL="1600200" indent="-228600" eaLnBrk="0" hangingPunct="0"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4pPr>
            <a:lvl5pPr marL="2057400" indent="-228600" eaLnBrk="0" hangingPunct="0"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5000"/>
              </a:spcAft>
              <a:buClr>
                <a:schemeClr val="tx1"/>
              </a:buClr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5000"/>
              </a:spcAft>
              <a:buClr>
                <a:schemeClr val="tx1"/>
              </a:buClr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5000"/>
              </a:spcAft>
              <a:buClr>
                <a:schemeClr val="tx1"/>
              </a:buClr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5000"/>
              </a:spcAft>
              <a:buClr>
                <a:schemeClr val="tx1"/>
              </a:buClr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9pPr>
          </a:lstStyle>
          <a:p>
            <a:pPr eaLnBrk="1" hangingPunct="1"/>
            <a:r>
              <a:rPr lang="en-US" altLang="en-US" sz="1000" smtClean="0">
                <a:solidFill>
                  <a:schemeClr val="tx1"/>
                </a:solidFill>
                <a:latin typeface="Calibri" panose="020F0502020204030204" pitchFamily="34" charset="0"/>
              </a:rPr>
              <a:t>©1992-2017 by Pearson Education, Inc. All Rights Reserved.</a:t>
            </a:r>
            <a:endParaRPr lang="en-US" altLang="en-US" sz="1000" dirty="0">
              <a:solidFill>
                <a:schemeClr val="tx1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850618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shtp6_03_Page_33"/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9063" y="0"/>
            <a:ext cx="11952287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©1992-2017 by Pearson Education, Inc. All Rights Reserved.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7717976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9" name="Rectangle 3"/>
          <p:cNvSpPr>
            <a:spLocks noGrp="1" noChangeArrowheads="1"/>
          </p:cNvSpPr>
          <p:nvPr>
            <p:ph idx="1"/>
          </p:nvPr>
        </p:nvSpPr>
        <p:spPr>
          <a:xfrm>
            <a:off x="609600" y="1481138"/>
            <a:ext cx="10972800" cy="3149580"/>
          </a:xfrm>
          <a:noFill/>
        </p:spPr>
        <p:txBody>
          <a:bodyPr wrap="square">
            <a:spAutoFit/>
          </a:bodyPr>
          <a:lstStyle/>
          <a:p>
            <a:pPr eaLnBrk="1" hangingPunct="1"/>
            <a:r>
              <a:rPr lang="en-US" altLang="en-US" sz="3200" dirty="0">
                <a:cs typeface="Times New Roman" panose="02020603050405020304" pitchFamily="18" charset="0"/>
              </a:rPr>
              <a:t>The </a:t>
            </a:r>
            <a:r>
              <a:rPr lang="en-US" altLang="en-US" sz="3200" b="1" dirty="0">
                <a:solidFill>
                  <a:srgbClr val="4D99FF"/>
                </a:solidFill>
                <a:cs typeface="Times New Roman" panose="02020603050405020304" pitchFamily="18" charset="0"/>
              </a:rPr>
              <a:t>backslash</a:t>
            </a:r>
            <a:r>
              <a:rPr lang="en-US" altLang="en-US" sz="3200" dirty="0">
                <a:cs typeface="Times New Roman" panose="02020603050405020304" pitchFamily="18" charset="0"/>
              </a:rPr>
              <a:t> (\) is called an </a:t>
            </a:r>
            <a:r>
              <a:rPr lang="en-US" altLang="en-US" sz="3200" b="1" dirty="0">
                <a:solidFill>
                  <a:srgbClr val="4D99FF"/>
                </a:solidFill>
                <a:cs typeface="Times New Roman" panose="02020603050405020304" pitchFamily="18" charset="0"/>
              </a:rPr>
              <a:t>escape character</a:t>
            </a:r>
            <a:r>
              <a:rPr lang="en-US" altLang="en-US" sz="3200" dirty="0">
                <a:cs typeface="Times New Roman" panose="02020603050405020304" pitchFamily="18" charset="0"/>
              </a:rPr>
              <a:t>, and is used as the first character in an  </a:t>
            </a:r>
            <a:r>
              <a:rPr lang="en-US" altLang="en-US" sz="3200" b="1" dirty="0">
                <a:solidFill>
                  <a:srgbClr val="4D99FF"/>
                </a:solidFill>
                <a:cs typeface="Times New Roman" panose="02020603050405020304" pitchFamily="18" charset="0"/>
              </a:rPr>
              <a:t>escape</a:t>
            </a:r>
            <a:r>
              <a:rPr lang="en-US" altLang="en-US" sz="3200" b="1" dirty="0">
                <a:solidFill>
                  <a:srgbClr val="4D99FF"/>
                </a:solidFill>
                <a:latin typeface="Calibri" panose="020F0502020204030204" pitchFamily="34" charset="0"/>
                <a:cs typeface="Times New Roman" panose="02020603050405020304" pitchFamily="18" charset="0"/>
              </a:rPr>
              <a:t>­</a:t>
            </a:r>
            <a:r>
              <a:rPr lang="en-US" altLang="en-US" sz="3200" b="1" dirty="0">
                <a:solidFill>
                  <a:srgbClr val="4D99FF"/>
                </a:solidFill>
                <a:cs typeface="Times New Roman" panose="02020603050405020304" pitchFamily="18" charset="0"/>
              </a:rPr>
              <a:t> sequence.</a:t>
            </a:r>
          </a:p>
          <a:p>
            <a:pPr eaLnBrk="1" hangingPunct="1"/>
            <a:r>
              <a:rPr lang="en-US" altLang="en-US" sz="3200" dirty="0" smtClean="0">
                <a:cs typeface="Times New Roman" panose="02020603050405020304" pitchFamily="18" charset="0"/>
              </a:rPr>
              <a:t>The escape sequence \</a:t>
            </a:r>
            <a:r>
              <a:rPr lang="en-US" altLang="en-US" sz="3200" dirty="0" smtClean="0">
                <a:latin typeface="Consolas" panose="020B0609020204030204" pitchFamily="49" charset="0"/>
                <a:cs typeface="Times New Roman" panose="02020603050405020304" pitchFamily="18" charset="0"/>
              </a:rPr>
              <a:t>n</a:t>
            </a:r>
            <a:r>
              <a:rPr lang="en-US" altLang="en-US" sz="3200" dirty="0" smtClean="0">
                <a:cs typeface="Times New Roman" panose="02020603050405020304" pitchFamily="18" charset="0"/>
              </a:rPr>
              <a:t> represents the </a:t>
            </a:r>
            <a:r>
              <a:rPr lang="en-US" altLang="en-US" sz="3200" b="1" dirty="0" smtClean="0">
                <a:solidFill>
                  <a:srgbClr val="4D99FF"/>
                </a:solidFill>
                <a:cs typeface="Times New Roman" panose="02020603050405020304" pitchFamily="18" charset="0"/>
              </a:rPr>
              <a:t>newline character</a:t>
            </a:r>
            <a:r>
              <a:rPr lang="en-US" altLang="en-US" sz="3200" dirty="0" smtClean="0">
                <a:cs typeface="Times New Roman" panose="02020603050405020304" pitchFamily="18" charset="0"/>
              </a:rPr>
              <a:t>.</a:t>
            </a:r>
          </a:p>
          <a:p>
            <a:pPr eaLnBrk="1" hangingPunct="1"/>
            <a:r>
              <a:rPr lang="en-US" altLang="en-US" sz="3200" dirty="0" smtClean="0">
                <a:cs typeface="Times New Roman" panose="02020603050405020304" pitchFamily="18" charset="0"/>
              </a:rPr>
              <a:t>Figure</a:t>
            </a:r>
            <a:r>
              <a:rPr lang="en-US" altLang="en-US" sz="3200" dirty="0">
                <a:latin typeface="Calibri" panose="020F0502020204030204" pitchFamily="34" charset="0"/>
                <a:cs typeface="Times New Roman" panose="02020603050405020304" pitchFamily="18" charset="0"/>
              </a:rPr>
              <a:t> </a:t>
            </a:r>
            <a:r>
              <a:rPr lang="en-US" altLang="en-US" sz="3200" dirty="0">
                <a:cs typeface="Times New Roman" panose="02020603050405020304" pitchFamily="18" charset="0"/>
              </a:rPr>
              <a:t>3.12 lists several common escape sequences and describes how they affect the display of characters in the console window. </a:t>
            </a:r>
          </a:p>
        </p:txBody>
      </p:sp>
      <p:sp>
        <p:nvSpPr>
          <p:cNvPr id="104451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fontAlgn="auto">
              <a:spcAft>
                <a:spcPts val="0"/>
              </a:spcAft>
              <a:defRPr/>
            </a:pPr>
            <a:r>
              <a:rPr lang="en-US" dirty="0"/>
              <a:t>3.4.2 Displaying Multiple Lines of Text with a Single Statement</a:t>
            </a:r>
            <a:endParaRPr lang="en-US" dirty="0" smtClean="0">
              <a:ea typeface="MS PGothic" pitchFamily="34" charset="-128"/>
            </a:endParaRPr>
          </a:p>
        </p:txBody>
      </p:sp>
      <p:sp>
        <p:nvSpPr>
          <p:cNvPr id="65540" name="Footer Placeholder 1"/>
          <p:cNvSpPr>
            <a:spLocks noGrp="1"/>
          </p:cNvSpPr>
          <p:nvPr>
            <p:ph type="ftr" sz="quarter" idx="1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0" hangingPunct="0"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1pPr>
            <a:lvl2pPr marL="742950" indent="-285750" eaLnBrk="0" hangingPunct="0"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2pPr>
            <a:lvl3pPr marL="1143000" indent="-228600" eaLnBrk="0" hangingPunct="0"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3pPr>
            <a:lvl4pPr marL="1600200" indent="-228600" eaLnBrk="0" hangingPunct="0"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4pPr>
            <a:lvl5pPr marL="2057400" indent="-228600" eaLnBrk="0" hangingPunct="0"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5000"/>
              </a:spcAft>
              <a:buClr>
                <a:schemeClr val="tx1"/>
              </a:buClr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5000"/>
              </a:spcAft>
              <a:buClr>
                <a:schemeClr val="tx1"/>
              </a:buClr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5000"/>
              </a:spcAft>
              <a:buClr>
                <a:schemeClr val="tx1"/>
              </a:buClr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5000"/>
              </a:spcAft>
              <a:buClr>
                <a:schemeClr val="tx1"/>
              </a:buClr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9pPr>
          </a:lstStyle>
          <a:p>
            <a:pPr eaLnBrk="1" hangingPunct="1"/>
            <a:r>
              <a:rPr lang="en-US" altLang="en-US" sz="1000" smtClean="0">
                <a:solidFill>
                  <a:schemeClr val="tx1"/>
                </a:solidFill>
                <a:latin typeface="Calibri" panose="020F0502020204030204" pitchFamily="34" charset="0"/>
              </a:rPr>
              <a:t>©1992-2017 by Pearson Education, Inc. All Rights Reserved.</a:t>
            </a:r>
            <a:endParaRPr lang="en-US" altLang="en-US" sz="1000" dirty="0">
              <a:solidFill>
                <a:schemeClr val="tx1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298773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shtp6_03_Page_34"/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1850" y="0"/>
            <a:ext cx="10526713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©1992-2017 by Pearson Education, Inc. All Rights Reserved.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0059670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7" name="Tex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258763" indent="-258763">
              <a:spcAft>
                <a:spcPct val="20000"/>
              </a:spcAft>
              <a:buFont typeface="Times New Roman" panose="02020603050405020304" pitchFamily="18" charset="0"/>
              <a:buChar char="•"/>
            </a:pPr>
            <a:r>
              <a:rPr lang="en-US" altLang="en-US" sz="2800" dirty="0">
                <a:solidFill>
                  <a:srgbClr val="000000"/>
                </a:solidFill>
                <a:ea typeface="Times New Roman" panose="02020603050405020304" pitchFamily="18" charset="0"/>
                <a:cs typeface="Lucida Console" panose="020B0609040504020204" pitchFamily="49" charset="0"/>
              </a:rPr>
              <a:t>Many programs format data into strings. </a:t>
            </a:r>
            <a:endParaRPr lang="en-US" altLang="en-US" sz="2800" dirty="0" smtClean="0">
              <a:solidFill>
                <a:srgbClr val="000000"/>
              </a:solidFill>
              <a:ea typeface="Times New Roman" panose="02020603050405020304" pitchFamily="18" charset="0"/>
              <a:cs typeface="Lucida Console" panose="020B0609040504020204" pitchFamily="49" charset="0"/>
            </a:endParaRPr>
          </a:p>
          <a:p>
            <a:pPr marL="258763" indent="-258763">
              <a:spcAft>
                <a:spcPct val="20000"/>
              </a:spcAft>
              <a:buFont typeface="Times New Roman" panose="02020603050405020304" pitchFamily="18" charset="0"/>
              <a:buChar char="•"/>
            </a:pPr>
            <a:r>
              <a:rPr lang="en-US" altLang="en-US" sz="2800" dirty="0" smtClean="0">
                <a:solidFill>
                  <a:srgbClr val="000000"/>
                </a:solidFill>
                <a:ea typeface="Times New Roman" panose="02020603050405020304" pitchFamily="18" charset="0"/>
                <a:cs typeface="Lucida Console" panose="020B0609040504020204" pitchFamily="49" charset="0"/>
              </a:rPr>
              <a:t>C</a:t>
            </a:r>
            <a:r>
              <a:rPr lang="en-US" altLang="en-US" sz="2800" dirty="0">
                <a:solidFill>
                  <a:srgbClr val="000000"/>
                </a:solidFill>
                <a:ea typeface="Times New Roman" panose="02020603050405020304" pitchFamily="18" charset="0"/>
                <a:cs typeface="Lucida Console" panose="020B0609040504020204" pitchFamily="49" charset="0"/>
              </a:rPr>
              <a:t># 6 introduces a mechanism called </a:t>
            </a:r>
            <a:r>
              <a:rPr lang="en-US" altLang="en-US" sz="2800" b="1" dirty="0">
                <a:solidFill>
                  <a:srgbClr val="000000"/>
                </a:solidFill>
                <a:ea typeface="Times New Roman" panose="02020603050405020304" pitchFamily="18" charset="0"/>
                <a:cs typeface="Lucida Console" panose="020B0609040504020204" pitchFamily="49" charset="0"/>
              </a:rPr>
              <a:t>string interpolation </a:t>
            </a:r>
            <a:r>
              <a:rPr lang="en-US" altLang="en-US" sz="2800" dirty="0">
                <a:solidFill>
                  <a:srgbClr val="000000"/>
                </a:solidFill>
                <a:ea typeface="Times New Roman" panose="02020603050405020304" pitchFamily="18" charset="0"/>
                <a:cs typeface="Lucida Console" panose="020B0609040504020204" pitchFamily="49" charset="0"/>
              </a:rPr>
              <a:t>that enables you to insert values in string literals to create formatted strings. </a:t>
            </a:r>
            <a:endParaRPr lang="en-US" altLang="en-US" sz="2800" dirty="0" smtClean="0">
              <a:solidFill>
                <a:srgbClr val="000000"/>
              </a:solidFill>
              <a:ea typeface="Times New Roman" panose="02020603050405020304" pitchFamily="18" charset="0"/>
              <a:cs typeface="Lucida Console" panose="020B0609040504020204" pitchFamily="49" charset="0"/>
            </a:endParaRPr>
          </a:p>
          <a:p>
            <a:pPr marL="258763" indent="-258763">
              <a:spcAft>
                <a:spcPct val="20000"/>
              </a:spcAft>
              <a:buFont typeface="Times New Roman" panose="02020603050405020304" pitchFamily="18" charset="0"/>
              <a:buChar char="•"/>
            </a:pPr>
            <a:r>
              <a:rPr lang="en-US" altLang="en-US" sz="2800" dirty="0" smtClean="0">
                <a:solidFill>
                  <a:srgbClr val="000000"/>
                </a:solidFill>
                <a:ea typeface="Times New Roman" panose="02020603050405020304" pitchFamily="18" charset="0"/>
                <a:cs typeface="Lucida Console" panose="020B0609040504020204" pitchFamily="49" charset="0"/>
              </a:rPr>
              <a:t>Figure 3.13 demonstrates this capability. </a:t>
            </a:r>
            <a:endParaRPr lang="en-US" altLang="en-US" sz="2800" dirty="0">
              <a:solidFill>
                <a:srgbClr val="000000"/>
              </a:solidFill>
              <a:ea typeface="Times New Roman" panose="02020603050405020304" pitchFamily="18" charset="0"/>
              <a:cs typeface="Lucida Console" panose="020B0609040504020204" pitchFamily="49" charset="0"/>
            </a:endParaRPr>
          </a:p>
        </p:txBody>
      </p:sp>
      <p:sp>
        <p:nvSpPr>
          <p:cNvPr id="107523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fontAlgn="auto">
              <a:spcAft>
                <a:spcPts val="0"/>
              </a:spcAft>
              <a:defRPr/>
            </a:pPr>
            <a:r>
              <a:rPr lang="en-US" sz="4000" dirty="0"/>
              <a:t>3.5  </a:t>
            </a:r>
            <a:r>
              <a:rPr lang="en-US" sz="4000" dirty="0" smtClean="0"/>
              <a:t>String Interpolation</a:t>
            </a:r>
            <a:endParaRPr lang="en-US" sz="4000" dirty="0">
              <a:latin typeface="Consolas" panose="020B0609020204030204" pitchFamily="49" charset="0"/>
            </a:endParaRPr>
          </a:p>
        </p:txBody>
      </p:sp>
      <p:sp>
        <p:nvSpPr>
          <p:cNvPr id="67588" name="Footer Placeholder 1"/>
          <p:cNvSpPr>
            <a:spLocks noGrp="1"/>
          </p:cNvSpPr>
          <p:nvPr>
            <p:ph type="ftr" sz="quarter" idx="1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0" hangingPunct="0"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1pPr>
            <a:lvl2pPr marL="742950" indent="-285750" eaLnBrk="0" hangingPunct="0"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2pPr>
            <a:lvl3pPr marL="1143000" indent="-228600" eaLnBrk="0" hangingPunct="0"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3pPr>
            <a:lvl4pPr marL="1600200" indent="-228600" eaLnBrk="0" hangingPunct="0"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4pPr>
            <a:lvl5pPr marL="2057400" indent="-228600" eaLnBrk="0" hangingPunct="0"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5000"/>
              </a:spcAft>
              <a:buClr>
                <a:schemeClr val="tx1"/>
              </a:buClr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5000"/>
              </a:spcAft>
              <a:buClr>
                <a:schemeClr val="tx1"/>
              </a:buClr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5000"/>
              </a:spcAft>
              <a:buClr>
                <a:schemeClr val="tx1"/>
              </a:buClr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5000"/>
              </a:spcAft>
              <a:buClr>
                <a:schemeClr val="tx1"/>
              </a:buClr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9pPr>
          </a:lstStyle>
          <a:p>
            <a:pPr eaLnBrk="1" hangingPunct="1"/>
            <a:r>
              <a:rPr lang="en-US" altLang="en-US" sz="1000" smtClean="0">
                <a:solidFill>
                  <a:schemeClr val="tx1"/>
                </a:solidFill>
                <a:latin typeface="Calibri" panose="020F0502020204030204" pitchFamily="34" charset="0"/>
              </a:rPr>
              <a:t>©1992-2017 by Pearson Education, Inc. All Rights Reserved.</a:t>
            </a:r>
            <a:endParaRPr lang="en-US" altLang="en-US" sz="1000" dirty="0">
              <a:solidFill>
                <a:schemeClr val="tx1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78424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shtp6_03_Page_35"/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93675"/>
            <a:ext cx="12192000" cy="6469063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©1992-2017 by Pearson Education, Inc. All Rights Reserved.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81390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365760" indent="-256032" fontAlgn="auto">
              <a:spcAft>
                <a:spcPts val="0"/>
              </a:spcAft>
              <a:buFont typeface="Wingdings 3"/>
              <a:buChar char=""/>
              <a:defRPr/>
            </a:pPr>
            <a:r>
              <a:rPr lang="en-US" dirty="0" smtClean="0"/>
              <a:t>A </a:t>
            </a:r>
            <a:r>
              <a:rPr lang="en-US" b="1" dirty="0" smtClean="0"/>
              <a:t>variable declaration statement </a:t>
            </a:r>
            <a:r>
              <a:rPr lang="en-US" dirty="0" smtClean="0"/>
              <a:t>(also called a </a:t>
            </a:r>
            <a:r>
              <a:rPr lang="en-US" b="1" dirty="0" smtClean="0"/>
              <a:t>declaration</a:t>
            </a:r>
            <a:r>
              <a:rPr lang="en-US" dirty="0" smtClean="0"/>
              <a:t>) specifies the name and type of a variable. </a:t>
            </a:r>
          </a:p>
          <a:p>
            <a:pPr marL="365760" indent="-256032" fontAlgn="auto">
              <a:spcAft>
                <a:spcPts val="0"/>
              </a:spcAft>
              <a:buFont typeface="Wingdings 3"/>
              <a:buChar char=""/>
              <a:defRPr/>
            </a:pPr>
            <a:r>
              <a:rPr lang="en-US" dirty="0" smtClean="0"/>
              <a:t>A variable is a location in the computer’s memory where a value can be stored for later use. </a:t>
            </a:r>
          </a:p>
          <a:p>
            <a:pPr marL="365760" indent="-256032" fontAlgn="auto">
              <a:spcAft>
                <a:spcPts val="0"/>
              </a:spcAft>
              <a:buFont typeface="Wingdings 3"/>
              <a:buChar char=""/>
              <a:defRPr/>
            </a:pPr>
            <a:r>
              <a:rPr lang="en-US" dirty="0" smtClean="0"/>
              <a:t>Variables are declared with a name and a type before they’re used:</a:t>
            </a:r>
          </a:p>
          <a:p>
            <a:pPr marL="621348" lvl="1" indent="-256032" fontAlgn="auto">
              <a:spcAft>
                <a:spcPts val="0"/>
              </a:spcAft>
              <a:buFont typeface="Wingdings 3"/>
              <a:buChar char=""/>
              <a:defRPr/>
            </a:pPr>
            <a:r>
              <a:rPr lang="en-US" dirty="0" smtClean="0"/>
              <a:t>A </a:t>
            </a:r>
            <a:r>
              <a:rPr lang="en-US" dirty="0"/>
              <a:t>variable’s name enables the app to access the corresponding value in </a:t>
            </a:r>
          </a:p>
          <a:p>
            <a:pPr marL="621348" lvl="1" indent="-256032" fontAlgn="auto">
              <a:spcAft>
                <a:spcPts val="0"/>
              </a:spcAft>
              <a:buFont typeface="Wingdings 3"/>
              <a:buChar char=""/>
              <a:defRPr/>
            </a:pPr>
            <a:r>
              <a:rPr lang="en-US" dirty="0"/>
              <a:t>A variable’s type specifies what kind of information is stored at that location in memory. </a:t>
            </a:r>
            <a:endParaRPr lang="en-US" dirty="0" smtClean="0"/>
          </a:p>
          <a:p>
            <a:pPr marL="365760" indent="-256032" fontAlgn="auto">
              <a:spcAft>
                <a:spcPts val="0"/>
              </a:spcAft>
              <a:buFont typeface="Wingdings 3"/>
              <a:buChar char=""/>
              <a:defRPr/>
            </a:pPr>
            <a:r>
              <a:rPr lang="en-US" dirty="0" smtClean="0"/>
              <a:t>Variables </a:t>
            </a:r>
            <a:r>
              <a:rPr lang="en-US" dirty="0"/>
              <a:t>of type string store character-based </a:t>
            </a:r>
            <a:r>
              <a:rPr lang="en-US" dirty="0" smtClean="0"/>
              <a:t>information.</a:t>
            </a:r>
          </a:p>
          <a:p>
            <a:pPr marL="365760" indent="-256032" fontAlgn="auto">
              <a:spcAft>
                <a:spcPts val="0"/>
              </a:spcAft>
              <a:buFont typeface="Wingdings 3"/>
              <a:buChar char=""/>
              <a:defRPr/>
            </a:pPr>
            <a:r>
              <a:rPr lang="en-US" dirty="0" smtClean="0"/>
              <a:t>Like </a:t>
            </a:r>
            <a:r>
              <a:rPr lang="en-US" dirty="0"/>
              <a:t>other statements, declaration statements end with a semicolon (;). </a:t>
            </a:r>
          </a:p>
        </p:txBody>
      </p:sp>
      <p:sp>
        <p:nvSpPr>
          <p:cNvPr id="110595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fontAlgn="auto">
              <a:spcAft>
                <a:spcPts val="0"/>
              </a:spcAft>
              <a:defRPr/>
            </a:pPr>
            <a:r>
              <a:rPr lang="en-US" sz="4000" dirty="0"/>
              <a:t>3.5  String Interpolation</a:t>
            </a:r>
          </a:p>
        </p:txBody>
      </p:sp>
      <p:sp>
        <p:nvSpPr>
          <p:cNvPr id="72708" name="Footer Placeholder 2"/>
          <p:cNvSpPr>
            <a:spLocks noGrp="1"/>
          </p:cNvSpPr>
          <p:nvPr>
            <p:ph type="ftr" sz="quarter" idx="1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0" hangingPunct="0"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1pPr>
            <a:lvl2pPr marL="742950" indent="-285750" eaLnBrk="0" hangingPunct="0"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2pPr>
            <a:lvl3pPr marL="1143000" indent="-228600" eaLnBrk="0" hangingPunct="0"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3pPr>
            <a:lvl4pPr marL="1600200" indent="-228600" eaLnBrk="0" hangingPunct="0"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4pPr>
            <a:lvl5pPr marL="2057400" indent="-228600" eaLnBrk="0" hangingPunct="0"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5000"/>
              </a:spcAft>
              <a:buClr>
                <a:schemeClr val="tx1"/>
              </a:buClr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5000"/>
              </a:spcAft>
              <a:buClr>
                <a:schemeClr val="tx1"/>
              </a:buClr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5000"/>
              </a:spcAft>
              <a:buClr>
                <a:schemeClr val="tx1"/>
              </a:buClr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5000"/>
              </a:spcAft>
              <a:buClr>
                <a:schemeClr val="tx1"/>
              </a:buClr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9pPr>
          </a:lstStyle>
          <a:p>
            <a:pPr eaLnBrk="1" hangingPunct="1"/>
            <a:r>
              <a:rPr lang="en-US" altLang="en-US" sz="1000" smtClean="0">
                <a:solidFill>
                  <a:schemeClr val="tx1"/>
                </a:solidFill>
                <a:latin typeface="Calibri" panose="020F0502020204030204" pitchFamily="34" charset="0"/>
              </a:rPr>
              <a:t>©1992-2017 by Pearson Education, Inc. All Rights Reserved.</a:t>
            </a:r>
            <a:endParaRPr lang="en-US" altLang="en-US" sz="1000" dirty="0">
              <a:solidFill>
                <a:schemeClr val="tx1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830337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365760" indent="-256032" fontAlgn="auto">
              <a:spcAft>
                <a:spcPts val="0"/>
              </a:spcAft>
              <a:buFont typeface="Wingdings 3"/>
              <a:buChar char=""/>
              <a:defRPr/>
            </a:pPr>
            <a:r>
              <a:rPr lang="en-US" sz="3200" dirty="0"/>
              <a:t>string interpolation </a:t>
            </a:r>
            <a:r>
              <a:rPr lang="en-US" sz="3200" dirty="0" smtClean="0"/>
              <a:t>inserts values </a:t>
            </a:r>
            <a:r>
              <a:rPr lang="en-US" sz="3200" dirty="0"/>
              <a:t>into </a:t>
            </a:r>
            <a:r>
              <a:rPr lang="en-US" sz="3200" dirty="0" smtClean="0"/>
              <a:t>a </a:t>
            </a:r>
            <a:r>
              <a:rPr lang="en-US" sz="3200" dirty="0" smtClean="0">
                <a:latin typeface="Consolas" panose="020B0609020204030204" pitchFamily="49" charset="0"/>
              </a:rPr>
              <a:t>string</a:t>
            </a:r>
            <a:r>
              <a:rPr lang="en-US" sz="3200" dirty="0" smtClean="0"/>
              <a:t>. </a:t>
            </a:r>
          </a:p>
          <a:p>
            <a:pPr marL="365760" indent="-256032" fontAlgn="auto">
              <a:spcAft>
                <a:spcPts val="0"/>
              </a:spcAft>
              <a:buFont typeface="Wingdings 3"/>
              <a:buChar char=""/>
              <a:defRPr/>
            </a:pPr>
            <a:r>
              <a:rPr lang="en-US" sz="3200" dirty="0" smtClean="0"/>
              <a:t>An interpolated </a:t>
            </a:r>
            <a:r>
              <a:rPr lang="en-US" sz="3200" dirty="0" smtClean="0">
                <a:latin typeface="Consolas" panose="020B0609020204030204" pitchFamily="49" charset="0"/>
              </a:rPr>
              <a:t>string</a:t>
            </a:r>
            <a:r>
              <a:rPr lang="en-US" sz="3200" dirty="0" smtClean="0"/>
              <a:t> </a:t>
            </a:r>
            <a:r>
              <a:rPr lang="en-US" sz="3200" dirty="0"/>
              <a:t>must begin with a </a:t>
            </a:r>
            <a:r>
              <a:rPr lang="en-US" sz="3200" dirty="0">
                <a:latin typeface="Consolas" panose="020B0609020204030204" pitchFamily="49" charset="0"/>
              </a:rPr>
              <a:t>$</a:t>
            </a:r>
            <a:r>
              <a:rPr lang="en-US" sz="3200" dirty="0"/>
              <a:t> (dollar sign). Then, you can insert interpolation expressions enclosed in braces, </a:t>
            </a:r>
            <a:r>
              <a:rPr lang="en-US" sz="3200" dirty="0" smtClean="0">
                <a:latin typeface="Consolas" panose="020B0609020204030204" pitchFamily="49" charset="0"/>
              </a:rPr>
              <a:t>{}</a:t>
            </a:r>
            <a:r>
              <a:rPr lang="en-US" sz="3200" dirty="0" smtClean="0"/>
              <a:t>, anywhere </a:t>
            </a:r>
            <a:r>
              <a:rPr lang="en-US" sz="3200" dirty="0"/>
              <a:t>between the quotes (""). </a:t>
            </a:r>
            <a:endParaRPr lang="en-US" sz="3200" dirty="0" smtClean="0"/>
          </a:p>
          <a:p>
            <a:pPr marL="365760" indent="-256032" fontAlgn="auto">
              <a:spcAft>
                <a:spcPts val="0"/>
              </a:spcAft>
              <a:buFont typeface="Wingdings 3"/>
              <a:buChar char=""/>
              <a:defRPr/>
            </a:pPr>
            <a:r>
              <a:rPr lang="en-US" sz="3200" dirty="0" smtClean="0"/>
              <a:t>When </a:t>
            </a:r>
            <a:r>
              <a:rPr lang="en-US" sz="3200" dirty="0"/>
              <a:t>C# encounters an interpolated </a:t>
            </a:r>
            <a:r>
              <a:rPr lang="en-US" sz="3200" dirty="0">
                <a:latin typeface="Consolas" panose="020B0609020204030204" pitchFamily="49" charset="0"/>
              </a:rPr>
              <a:t>string</a:t>
            </a:r>
            <a:r>
              <a:rPr lang="en-US" sz="3200" dirty="0"/>
              <a:t>, it replaces each braced interpolation expression with the corresponding </a:t>
            </a:r>
            <a:r>
              <a:rPr lang="en-US" sz="3200" dirty="0" smtClean="0"/>
              <a:t>value</a:t>
            </a:r>
            <a:r>
              <a:rPr lang="en-US" sz="3200" dirty="0"/>
              <a:t>.</a:t>
            </a:r>
          </a:p>
        </p:txBody>
      </p:sp>
      <p:sp>
        <p:nvSpPr>
          <p:cNvPr id="110595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fontAlgn="auto">
              <a:spcAft>
                <a:spcPts val="0"/>
              </a:spcAft>
              <a:defRPr/>
            </a:pPr>
            <a:r>
              <a:rPr lang="en-US" sz="4000" dirty="0"/>
              <a:t>3.5  String Interpolation</a:t>
            </a:r>
          </a:p>
        </p:txBody>
      </p:sp>
      <p:sp>
        <p:nvSpPr>
          <p:cNvPr id="72708" name="Footer Placeholder 2"/>
          <p:cNvSpPr>
            <a:spLocks noGrp="1"/>
          </p:cNvSpPr>
          <p:nvPr>
            <p:ph type="ftr" sz="quarter" idx="1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0" hangingPunct="0"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1pPr>
            <a:lvl2pPr marL="742950" indent="-285750" eaLnBrk="0" hangingPunct="0"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2pPr>
            <a:lvl3pPr marL="1143000" indent="-228600" eaLnBrk="0" hangingPunct="0"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3pPr>
            <a:lvl4pPr marL="1600200" indent="-228600" eaLnBrk="0" hangingPunct="0"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4pPr>
            <a:lvl5pPr marL="2057400" indent="-228600" eaLnBrk="0" hangingPunct="0"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5000"/>
              </a:spcAft>
              <a:buClr>
                <a:schemeClr val="tx1"/>
              </a:buClr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5000"/>
              </a:spcAft>
              <a:buClr>
                <a:schemeClr val="tx1"/>
              </a:buClr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5000"/>
              </a:spcAft>
              <a:buClr>
                <a:schemeClr val="tx1"/>
              </a:buClr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5000"/>
              </a:spcAft>
              <a:buClr>
                <a:schemeClr val="tx1"/>
              </a:buClr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9pPr>
          </a:lstStyle>
          <a:p>
            <a:pPr eaLnBrk="1" hangingPunct="1"/>
            <a:r>
              <a:rPr lang="en-US" altLang="en-US" sz="1000" smtClean="0">
                <a:solidFill>
                  <a:schemeClr val="tx1"/>
                </a:solidFill>
                <a:latin typeface="Calibri" panose="020F0502020204030204" pitchFamily="34" charset="0"/>
              </a:rPr>
              <a:t>©1992-2017 by Pearson Education, Inc. All Rights Reserved.</a:t>
            </a:r>
            <a:endParaRPr lang="en-US" altLang="en-US" sz="1000" dirty="0">
              <a:solidFill>
                <a:schemeClr val="tx1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685839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228600" indent="-228600" fontAlgn="auto">
              <a:spcAft>
                <a:spcPts val="0"/>
              </a:spcAft>
              <a:buFont typeface="Times New Roman" pitchFamily="18" charset="0"/>
              <a:buChar char="•"/>
              <a:defRPr/>
            </a:pPr>
            <a:r>
              <a:rPr lang="en-US" sz="2800" dirty="0">
                <a:solidFill>
                  <a:srgbClr val="000000"/>
                </a:solidFill>
                <a:ea typeface="Times New Roman" pitchFamily="18" charset="0"/>
                <a:cs typeface="Calibri" panose="020F0502020204030204" pitchFamily="34" charset="0"/>
              </a:rPr>
              <a:t>Applications remember numbers and other data in the computer’s memory and access that data through app elements called </a:t>
            </a:r>
            <a:r>
              <a:rPr lang="en-US" sz="2800" b="1" dirty="0">
                <a:solidFill>
                  <a:srgbClr val="4D99FF"/>
                </a:solidFill>
                <a:ea typeface="Times New Roman" pitchFamily="18" charset="0"/>
                <a:cs typeface="Calibri" panose="020F0502020204030204" pitchFamily="34" charset="0"/>
              </a:rPr>
              <a:t>variables</a:t>
            </a:r>
            <a:r>
              <a:rPr lang="en-US" sz="2800" dirty="0">
                <a:solidFill>
                  <a:srgbClr val="000000"/>
                </a:solidFill>
                <a:ea typeface="Times New Roman" pitchFamily="18" charset="0"/>
                <a:cs typeface="Calibri" panose="020F0502020204030204" pitchFamily="34" charset="0"/>
              </a:rPr>
              <a:t>.</a:t>
            </a:r>
          </a:p>
          <a:p>
            <a:pPr marL="228600" indent="-228600" fontAlgn="auto">
              <a:spcAft>
                <a:spcPts val="0"/>
              </a:spcAft>
              <a:buFont typeface="Times New Roman" pitchFamily="18" charset="0"/>
              <a:buChar char="•"/>
              <a:defRPr/>
            </a:pPr>
            <a:r>
              <a:rPr lang="en-US" sz="2800" dirty="0">
                <a:solidFill>
                  <a:srgbClr val="000000"/>
                </a:solidFill>
                <a:ea typeface="Times New Roman" pitchFamily="18" charset="0"/>
                <a:cs typeface="Calibri" panose="020F0502020204030204" pitchFamily="34" charset="0"/>
              </a:rPr>
              <a:t>A </a:t>
            </a:r>
            <a:r>
              <a:rPr lang="en-US" sz="2800" b="1" dirty="0">
                <a:solidFill>
                  <a:srgbClr val="4D99FF"/>
                </a:solidFill>
                <a:ea typeface="Times New Roman" pitchFamily="18" charset="0"/>
                <a:cs typeface="Calibri" panose="020F0502020204030204" pitchFamily="34" charset="0"/>
              </a:rPr>
              <a:t>variable</a:t>
            </a:r>
            <a:r>
              <a:rPr lang="en-US" sz="2800" dirty="0">
                <a:solidFill>
                  <a:srgbClr val="000000"/>
                </a:solidFill>
                <a:ea typeface="Times New Roman" pitchFamily="18" charset="0"/>
                <a:cs typeface="Calibri" panose="020F0502020204030204" pitchFamily="34" charset="0"/>
              </a:rPr>
              <a:t> is a location in the computer’s memory where a value can be stored for use later in an app.</a:t>
            </a:r>
          </a:p>
          <a:p>
            <a:pPr marL="228600" indent="-228600" fontAlgn="auto">
              <a:spcAft>
                <a:spcPts val="0"/>
              </a:spcAft>
              <a:buFont typeface="Times New Roman" pitchFamily="18" charset="0"/>
              <a:buChar char="•"/>
              <a:defRPr/>
            </a:pPr>
            <a:r>
              <a:rPr lang="en-US" sz="2800" dirty="0">
                <a:solidFill>
                  <a:srgbClr val="000000"/>
                </a:solidFill>
                <a:ea typeface="Times New Roman" pitchFamily="18" charset="0"/>
                <a:cs typeface="Calibri" panose="020F0502020204030204" pitchFamily="34" charset="0"/>
              </a:rPr>
              <a:t>A </a:t>
            </a:r>
            <a:r>
              <a:rPr lang="en-US" sz="2800" b="1" dirty="0">
                <a:solidFill>
                  <a:srgbClr val="4D99FF"/>
                </a:solidFill>
                <a:ea typeface="Times New Roman" pitchFamily="18" charset="0"/>
                <a:cs typeface="Calibri" panose="020F0502020204030204" pitchFamily="34" charset="0"/>
              </a:rPr>
              <a:t>variable declaration statement</a:t>
            </a:r>
            <a:r>
              <a:rPr lang="en-US" sz="2800" dirty="0">
                <a:solidFill>
                  <a:srgbClr val="000000"/>
                </a:solidFill>
                <a:ea typeface="Times New Roman" pitchFamily="18" charset="0"/>
                <a:cs typeface="Calibri" panose="020F0502020204030204" pitchFamily="34" charset="0"/>
              </a:rPr>
              <a:t> (also called a </a:t>
            </a:r>
            <a:r>
              <a:rPr lang="en-US" sz="2800" b="1" dirty="0">
                <a:solidFill>
                  <a:srgbClr val="4D99FF"/>
                </a:solidFill>
                <a:ea typeface="Times New Roman" pitchFamily="18" charset="0"/>
                <a:cs typeface="Calibri" panose="020F0502020204030204" pitchFamily="34" charset="0"/>
              </a:rPr>
              <a:t>declaration</a:t>
            </a:r>
            <a:r>
              <a:rPr lang="en-US" sz="2800" dirty="0">
                <a:solidFill>
                  <a:srgbClr val="000000"/>
                </a:solidFill>
                <a:ea typeface="Times New Roman" pitchFamily="18" charset="0"/>
                <a:cs typeface="Calibri" panose="020F0502020204030204" pitchFamily="34" charset="0"/>
              </a:rPr>
              <a:t>) specifies the name and type of a variable.</a:t>
            </a:r>
          </a:p>
          <a:p>
            <a:pPr marL="747713" lvl="1" indent="-290513" fontAlgn="auto">
              <a:spcBef>
                <a:spcPts val="324"/>
              </a:spcBef>
              <a:spcAft>
                <a:spcPts val="0"/>
              </a:spcAft>
              <a:buFont typeface="Arial" charset="0"/>
              <a:buChar char="–"/>
              <a:defRPr/>
            </a:pPr>
            <a:r>
              <a:rPr lang="en-US" sz="2400" dirty="0">
                <a:solidFill>
                  <a:srgbClr val="000000"/>
                </a:solidFill>
                <a:ea typeface="Times New Roman" pitchFamily="18" charset="0"/>
                <a:cs typeface="Calibri" panose="020F0502020204030204" pitchFamily="34" charset="0"/>
              </a:rPr>
              <a:t>A variable’s name enables the app to access the value of the variable in memory—the name can be any valid identifier. </a:t>
            </a:r>
          </a:p>
          <a:p>
            <a:pPr marL="747713" lvl="1" indent="-290513" fontAlgn="auto">
              <a:spcBef>
                <a:spcPts val="324"/>
              </a:spcBef>
              <a:spcAft>
                <a:spcPts val="0"/>
              </a:spcAft>
              <a:buFont typeface="Arial" charset="0"/>
              <a:buChar char="–"/>
              <a:defRPr/>
            </a:pPr>
            <a:r>
              <a:rPr lang="en-US" sz="2400" dirty="0">
                <a:solidFill>
                  <a:srgbClr val="000000"/>
                </a:solidFill>
                <a:ea typeface="Times New Roman" pitchFamily="18" charset="0"/>
                <a:cs typeface="Calibri" panose="020F0502020204030204" pitchFamily="34" charset="0"/>
              </a:rPr>
              <a:t>A variable’s type specifies what kind of information is stored at that location in memory.</a:t>
            </a:r>
            <a:r>
              <a:rPr lang="en-US" sz="2400" dirty="0">
                <a:solidFill>
                  <a:srgbClr val="000000"/>
                </a:solidFill>
              </a:rPr>
              <a:t> </a:t>
            </a:r>
          </a:p>
          <a:p>
            <a:pPr marL="365760" indent="-256032" fontAlgn="auto">
              <a:spcAft>
                <a:spcPts val="0"/>
              </a:spcAft>
              <a:buFont typeface="Wingdings 3"/>
              <a:buChar char=""/>
              <a:defRPr/>
            </a:pPr>
            <a:endParaRPr lang="en-US" sz="2800" dirty="0"/>
          </a:p>
        </p:txBody>
      </p:sp>
      <p:sp>
        <p:nvSpPr>
          <p:cNvPr id="111619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fontAlgn="auto">
              <a:spcAft>
                <a:spcPts val="0"/>
              </a:spcAft>
              <a:defRPr/>
            </a:pPr>
            <a:r>
              <a:rPr lang="en-US" dirty="0" smtClean="0"/>
              <a:t>3.6  Another C# App: Adding Integers </a:t>
            </a:r>
          </a:p>
        </p:txBody>
      </p:sp>
      <p:sp>
        <p:nvSpPr>
          <p:cNvPr id="73732" name="Footer Placeholder 2"/>
          <p:cNvSpPr>
            <a:spLocks noGrp="1"/>
          </p:cNvSpPr>
          <p:nvPr>
            <p:ph type="ftr" sz="quarter" idx="1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0" hangingPunct="0"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1pPr>
            <a:lvl2pPr marL="742950" indent="-285750" eaLnBrk="0" hangingPunct="0"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2pPr>
            <a:lvl3pPr marL="1143000" indent="-228600" eaLnBrk="0" hangingPunct="0"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3pPr>
            <a:lvl4pPr marL="1600200" indent="-228600" eaLnBrk="0" hangingPunct="0"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4pPr>
            <a:lvl5pPr marL="2057400" indent="-228600" eaLnBrk="0" hangingPunct="0"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5000"/>
              </a:spcAft>
              <a:buClr>
                <a:schemeClr val="tx1"/>
              </a:buClr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5000"/>
              </a:spcAft>
              <a:buClr>
                <a:schemeClr val="tx1"/>
              </a:buClr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5000"/>
              </a:spcAft>
              <a:buClr>
                <a:schemeClr val="tx1"/>
              </a:buClr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5000"/>
              </a:spcAft>
              <a:buClr>
                <a:schemeClr val="tx1"/>
              </a:buClr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9pPr>
          </a:lstStyle>
          <a:p>
            <a:pPr eaLnBrk="1" hangingPunct="1"/>
            <a:r>
              <a:rPr lang="en-US" altLang="en-US" sz="1000" smtClean="0">
                <a:solidFill>
                  <a:schemeClr val="tx1"/>
                </a:solidFill>
                <a:latin typeface="Calibri" panose="020F0502020204030204" pitchFamily="34" charset="0"/>
              </a:rPr>
              <a:t>©1992-2017 by Pearson Education, Inc. All Rights Reserved.</a:t>
            </a:r>
            <a:endParaRPr lang="en-US" altLang="en-US" sz="1000" dirty="0">
              <a:solidFill>
                <a:schemeClr val="tx1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406458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shtp6_03_Page_36"/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71450"/>
            <a:ext cx="12192000" cy="6513513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©1992-2017 by Pearson Education, Inc. All Rights Reserved.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4203432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shtp6_03_Page_37"/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55600"/>
            <a:ext cx="12192000" cy="6145213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©1992-2017 by Pearson Education, Inc. All Rights Reserved.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6291025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3" name="Tex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228600" indent="-228600">
              <a:buFont typeface="Times New Roman" panose="02020603050405020304" pitchFamily="18" charset="0"/>
              <a:buChar char="•"/>
            </a:pPr>
            <a:r>
              <a:rPr lang="en-US" altLang="en-US" sz="3600" dirty="0">
                <a:solidFill>
                  <a:srgbClr val="000000"/>
                </a:solidFill>
                <a:ea typeface="Times New Roman" panose="02020603050405020304" pitchFamily="18" charset="0"/>
                <a:cs typeface="Calibri" panose="020F0502020204030204" pitchFamily="34" charset="0"/>
              </a:rPr>
              <a:t>Variables of type </a:t>
            </a:r>
            <a:r>
              <a:rPr lang="en-US" altLang="en-US" sz="3600" b="1" dirty="0" err="1">
                <a:solidFill>
                  <a:srgbClr val="4D99FF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Calibri" panose="020F0502020204030204" pitchFamily="34" charset="0"/>
              </a:rPr>
              <a:t>int</a:t>
            </a:r>
            <a:r>
              <a:rPr lang="en-US" altLang="en-US" sz="3600" dirty="0">
                <a:solidFill>
                  <a:srgbClr val="000000"/>
                </a:solidFill>
                <a:ea typeface="Times New Roman" panose="02020603050405020304" pitchFamily="18" charset="0"/>
                <a:cs typeface="Calibri" panose="020F0502020204030204" pitchFamily="34" charset="0"/>
              </a:rPr>
              <a:t> store </a:t>
            </a:r>
            <a:r>
              <a:rPr lang="en-US" altLang="en-US" sz="3600" b="1" dirty="0">
                <a:solidFill>
                  <a:srgbClr val="4D99FF"/>
                </a:solidFill>
                <a:ea typeface="Times New Roman" panose="02020603050405020304" pitchFamily="18" charset="0"/>
                <a:cs typeface="Calibri" panose="020F0502020204030204" pitchFamily="34" charset="0"/>
              </a:rPr>
              <a:t>integer</a:t>
            </a:r>
            <a:r>
              <a:rPr lang="en-US" altLang="en-US" sz="3600" dirty="0">
                <a:solidFill>
                  <a:srgbClr val="000000"/>
                </a:solidFill>
                <a:ea typeface="Times New Roman" panose="02020603050405020304" pitchFamily="18" charset="0"/>
                <a:cs typeface="Calibri" panose="020F0502020204030204" pitchFamily="34" charset="0"/>
              </a:rPr>
              <a:t> values (whole numbers such as </a:t>
            </a:r>
            <a:r>
              <a:rPr lang="en-US" altLang="en-US" sz="3600" dirty="0">
                <a:solidFill>
                  <a:srgbClr val="00000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Lucida Console" panose="020B0609040504020204" pitchFamily="49" charset="0"/>
              </a:rPr>
              <a:t>7</a:t>
            </a:r>
            <a:r>
              <a:rPr lang="en-US" altLang="en-US" sz="3600" dirty="0">
                <a:solidFill>
                  <a:srgbClr val="000000"/>
                </a:solidFill>
                <a:ea typeface="Times New Roman" panose="02020603050405020304" pitchFamily="18" charset="0"/>
                <a:cs typeface="Calibri" panose="020F0502020204030204" pitchFamily="34" charset="0"/>
              </a:rPr>
              <a:t>, </a:t>
            </a:r>
            <a:r>
              <a:rPr lang="en-US" altLang="en-US" sz="3600" dirty="0">
                <a:solidFill>
                  <a:srgbClr val="00000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Lucida Console" panose="020B0609040504020204" pitchFamily="49" charset="0"/>
              </a:rPr>
              <a:t>–11</a:t>
            </a:r>
            <a:r>
              <a:rPr lang="en-US" altLang="en-US" sz="3600" dirty="0">
                <a:solidFill>
                  <a:srgbClr val="000000"/>
                </a:solidFill>
                <a:ea typeface="Times New Roman" panose="02020603050405020304" pitchFamily="18" charset="0"/>
                <a:cs typeface="Calibri" panose="020F0502020204030204" pitchFamily="34" charset="0"/>
              </a:rPr>
              <a:t>, </a:t>
            </a:r>
            <a:r>
              <a:rPr lang="en-US" altLang="en-US" sz="3600" dirty="0">
                <a:solidFill>
                  <a:srgbClr val="00000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Lucida Console" panose="020B0609040504020204" pitchFamily="49" charset="0"/>
              </a:rPr>
              <a:t>0</a:t>
            </a:r>
            <a:r>
              <a:rPr lang="en-US" altLang="en-US" sz="3600" dirty="0">
                <a:solidFill>
                  <a:srgbClr val="000000"/>
                </a:solidFill>
                <a:ea typeface="Times New Roman" panose="02020603050405020304" pitchFamily="18" charset="0"/>
                <a:cs typeface="Calibri" panose="020F0502020204030204" pitchFamily="34" charset="0"/>
              </a:rPr>
              <a:t> and </a:t>
            </a:r>
            <a:r>
              <a:rPr lang="en-US" altLang="en-US" sz="3600" dirty="0">
                <a:solidFill>
                  <a:srgbClr val="00000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Lucida Console" panose="020B0609040504020204" pitchFamily="49" charset="0"/>
              </a:rPr>
              <a:t>31914</a:t>
            </a:r>
            <a:r>
              <a:rPr lang="en-US" altLang="en-US" sz="3600" dirty="0">
                <a:solidFill>
                  <a:srgbClr val="000000"/>
                </a:solidFill>
                <a:ea typeface="Times New Roman" panose="02020603050405020304" pitchFamily="18" charset="0"/>
                <a:cs typeface="Calibri" panose="020F0502020204030204" pitchFamily="34" charset="0"/>
              </a:rPr>
              <a:t>).</a:t>
            </a:r>
          </a:p>
          <a:p>
            <a:pPr marL="228600" indent="-228600">
              <a:buFont typeface="Times New Roman" panose="02020603050405020304" pitchFamily="18" charset="0"/>
              <a:buChar char="•"/>
            </a:pPr>
            <a:r>
              <a:rPr lang="en-US" altLang="en-US" sz="3600" dirty="0">
                <a:solidFill>
                  <a:srgbClr val="000000"/>
                </a:solidFill>
                <a:ea typeface="Times New Roman" panose="02020603050405020304" pitchFamily="18" charset="0"/>
                <a:cs typeface="Calibri" panose="020F0502020204030204" pitchFamily="34" charset="0"/>
              </a:rPr>
              <a:t>Types </a:t>
            </a:r>
            <a:r>
              <a:rPr lang="en-US" altLang="en-US" sz="3600" b="1" dirty="0">
                <a:solidFill>
                  <a:srgbClr val="4D99FF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Calibri" panose="020F0502020204030204" pitchFamily="34" charset="0"/>
              </a:rPr>
              <a:t>float</a:t>
            </a:r>
            <a:r>
              <a:rPr lang="en-US" altLang="en-US" sz="3600" dirty="0">
                <a:solidFill>
                  <a:srgbClr val="000000"/>
                </a:solidFill>
                <a:ea typeface="Times New Roman" panose="02020603050405020304" pitchFamily="18" charset="0"/>
                <a:cs typeface="Calibri" panose="020F0502020204030204" pitchFamily="34" charset="0"/>
              </a:rPr>
              <a:t>, </a:t>
            </a:r>
            <a:r>
              <a:rPr lang="en-US" altLang="en-US" sz="3600" b="1" dirty="0">
                <a:solidFill>
                  <a:srgbClr val="4D99FF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Calibri" panose="020F0502020204030204" pitchFamily="34" charset="0"/>
              </a:rPr>
              <a:t>double</a:t>
            </a:r>
            <a:r>
              <a:rPr lang="en-US" altLang="en-US" sz="3600" dirty="0">
                <a:solidFill>
                  <a:srgbClr val="000000"/>
                </a:solidFill>
                <a:ea typeface="Times New Roman" panose="02020603050405020304" pitchFamily="18" charset="0"/>
                <a:cs typeface="Calibri" panose="020F0502020204030204" pitchFamily="34" charset="0"/>
              </a:rPr>
              <a:t> and </a:t>
            </a:r>
            <a:r>
              <a:rPr lang="en-US" altLang="en-US" sz="3600" b="1" dirty="0">
                <a:solidFill>
                  <a:srgbClr val="4D99FF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Calibri" panose="020F0502020204030204" pitchFamily="34" charset="0"/>
              </a:rPr>
              <a:t>decimal</a:t>
            </a:r>
            <a:r>
              <a:rPr lang="en-US" altLang="en-US" sz="3600" dirty="0">
                <a:solidFill>
                  <a:srgbClr val="000000"/>
                </a:solidFill>
                <a:ea typeface="Times New Roman" panose="02020603050405020304" pitchFamily="18" charset="0"/>
                <a:cs typeface="Calibri" panose="020F0502020204030204" pitchFamily="34" charset="0"/>
              </a:rPr>
              <a:t> specify real numbers (numbers with decimal points).</a:t>
            </a:r>
          </a:p>
          <a:p>
            <a:pPr marL="228600" indent="-228600">
              <a:buFont typeface="Times New Roman" panose="02020603050405020304" pitchFamily="18" charset="0"/>
              <a:buChar char="•"/>
            </a:pPr>
            <a:r>
              <a:rPr lang="en-US" altLang="en-US" sz="3600" dirty="0">
                <a:solidFill>
                  <a:srgbClr val="000000"/>
                </a:solidFill>
                <a:ea typeface="Times New Roman" panose="02020603050405020304" pitchFamily="18" charset="0"/>
                <a:cs typeface="Calibri" panose="020F0502020204030204" pitchFamily="34" charset="0"/>
              </a:rPr>
              <a:t>Type</a:t>
            </a:r>
            <a:r>
              <a:rPr lang="en-US" altLang="en-US" sz="3600" b="1" dirty="0">
                <a:solidFill>
                  <a:srgbClr val="4D99FF"/>
                </a:solidFill>
                <a:ea typeface="Times New Roman" panose="02020603050405020304" pitchFamily="18" charset="0"/>
                <a:cs typeface="Calibri" panose="020F0502020204030204" pitchFamily="34" charset="0"/>
              </a:rPr>
              <a:t> </a:t>
            </a:r>
            <a:r>
              <a:rPr lang="en-US" altLang="en-US" sz="3600" b="1" dirty="0">
                <a:solidFill>
                  <a:srgbClr val="4D99FF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Calibri" panose="020F0502020204030204" pitchFamily="34" charset="0"/>
              </a:rPr>
              <a:t>char</a:t>
            </a:r>
            <a:r>
              <a:rPr lang="en-US" altLang="en-US" sz="3600" dirty="0">
                <a:solidFill>
                  <a:srgbClr val="000000"/>
                </a:solidFill>
                <a:ea typeface="Times New Roman" panose="02020603050405020304" pitchFamily="18" charset="0"/>
                <a:cs typeface="Calibri" panose="020F0502020204030204" pitchFamily="34" charset="0"/>
              </a:rPr>
              <a:t> represents a single character.</a:t>
            </a:r>
          </a:p>
          <a:p>
            <a:pPr marL="228600" indent="-228600">
              <a:buFont typeface="Times New Roman" panose="02020603050405020304" pitchFamily="18" charset="0"/>
              <a:buChar char="•"/>
            </a:pPr>
            <a:r>
              <a:rPr lang="en-US" altLang="en-US" sz="3600" dirty="0">
                <a:solidFill>
                  <a:srgbClr val="000000"/>
                </a:solidFill>
                <a:ea typeface="Times New Roman" panose="02020603050405020304" pitchFamily="18" charset="0"/>
                <a:cs typeface="Calibri" panose="020F0502020204030204" pitchFamily="34" charset="0"/>
              </a:rPr>
              <a:t>These types are called </a:t>
            </a:r>
            <a:r>
              <a:rPr lang="en-US" altLang="en-US" sz="3600" b="1" dirty="0">
                <a:solidFill>
                  <a:srgbClr val="4D99FF"/>
                </a:solidFill>
                <a:ea typeface="Times New Roman" panose="02020603050405020304" pitchFamily="18" charset="0"/>
                <a:cs typeface="Calibri" panose="020F0502020204030204" pitchFamily="34" charset="0"/>
              </a:rPr>
              <a:t>simple types</a:t>
            </a:r>
            <a:r>
              <a:rPr lang="en-US" altLang="en-US" sz="3600" dirty="0">
                <a:solidFill>
                  <a:srgbClr val="000000"/>
                </a:solidFill>
                <a:ea typeface="Times New Roman" panose="02020603050405020304" pitchFamily="18" charset="0"/>
                <a:cs typeface="Calibri" panose="020F0502020204030204" pitchFamily="34" charset="0"/>
              </a:rPr>
              <a:t>. Simple-type names are keywords and must appear in all lowercase letters.</a:t>
            </a:r>
            <a:endParaRPr lang="en-US" altLang="en-US" sz="3600" dirty="0">
              <a:solidFill>
                <a:srgbClr val="000000"/>
              </a:solidFill>
            </a:endParaRPr>
          </a:p>
        </p:txBody>
      </p:sp>
      <p:sp>
        <p:nvSpPr>
          <p:cNvPr id="114691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fontAlgn="auto">
              <a:spcAft>
                <a:spcPts val="0"/>
              </a:spcAft>
              <a:defRPr/>
            </a:pPr>
            <a:r>
              <a:rPr lang="en-US" dirty="0" smtClean="0"/>
              <a:t>3.6.1</a:t>
            </a:r>
            <a:r>
              <a:rPr lang="en-US" dirty="0" smtClean="0"/>
              <a:t>  </a:t>
            </a:r>
            <a:r>
              <a:rPr lang="en-US" dirty="0"/>
              <a:t>Declaring the </a:t>
            </a:r>
            <a:r>
              <a:rPr lang="en-US" dirty="0" err="1">
                <a:latin typeface="Consolas" panose="020B0609020204030204" pitchFamily="49" charset="0"/>
              </a:rPr>
              <a:t>int</a:t>
            </a:r>
            <a:r>
              <a:rPr lang="en-US" dirty="0"/>
              <a:t> Variable </a:t>
            </a:r>
            <a:r>
              <a:rPr lang="en-US" dirty="0">
                <a:latin typeface="Consolas" panose="020B0609020204030204" pitchFamily="49" charset="0"/>
              </a:rPr>
              <a:t>number1  </a:t>
            </a:r>
            <a:endParaRPr lang="en-US" dirty="0" smtClean="0">
              <a:latin typeface="Consolas" panose="020B0609020204030204" pitchFamily="49" charset="0"/>
            </a:endParaRPr>
          </a:p>
        </p:txBody>
      </p:sp>
      <p:sp>
        <p:nvSpPr>
          <p:cNvPr id="76804" name="Footer Placeholder 1"/>
          <p:cNvSpPr>
            <a:spLocks noGrp="1"/>
          </p:cNvSpPr>
          <p:nvPr>
            <p:ph type="ftr" sz="quarter" idx="1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0" hangingPunct="0"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1pPr>
            <a:lvl2pPr marL="742950" indent="-285750" eaLnBrk="0" hangingPunct="0"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2pPr>
            <a:lvl3pPr marL="1143000" indent="-228600" eaLnBrk="0" hangingPunct="0"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3pPr>
            <a:lvl4pPr marL="1600200" indent="-228600" eaLnBrk="0" hangingPunct="0"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4pPr>
            <a:lvl5pPr marL="2057400" indent="-228600" eaLnBrk="0" hangingPunct="0"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5000"/>
              </a:spcAft>
              <a:buClr>
                <a:schemeClr val="tx1"/>
              </a:buClr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5000"/>
              </a:spcAft>
              <a:buClr>
                <a:schemeClr val="tx1"/>
              </a:buClr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5000"/>
              </a:spcAft>
              <a:buClr>
                <a:schemeClr val="tx1"/>
              </a:buClr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5000"/>
              </a:spcAft>
              <a:buClr>
                <a:schemeClr val="tx1"/>
              </a:buClr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9pPr>
          </a:lstStyle>
          <a:p>
            <a:pPr eaLnBrk="1" hangingPunct="1"/>
            <a:r>
              <a:rPr lang="en-US" altLang="en-US" sz="1000" smtClean="0">
                <a:solidFill>
                  <a:schemeClr val="tx1"/>
                </a:solidFill>
                <a:latin typeface="Calibri" panose="020F0502020204030204" pitchFamily="34" charset="0"/>
              </a:rPr>
              <a:t>©1992-2017 by Pearson Education, Inc. All Rights Reserved.</a:t>
            </a:r>
            <a:endParaRPr lang="en-US" altLang="en-US" sz="1000" dirty="0">
              <a:solidFill>
                <a:schemeClr val="tx1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900972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43" name="Tex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defRPr/>
            </a:pPr>
            <a:endParaRPr lang="en-US" sz="3200" dirty="0" smtClean="0"/>
          </a:p>
        </p:txBody>
      </p:sp>
      <p:sp>
        <p:nvSpPr>
          <p:cNvPr id="115715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fontAlgn="auto">
              <a:spcAft>
                <a:spcPts val="0"/>
              </a:spcAft>
              <a:defRPr/>
            </a:pPr>
            <a:r>
              <a:rPr lang="en-US" dirty="0" smtClean="0"/>
              <a:t>3.6.2</a:t>
            </a:r>
            <a:r>
              <a:rPr lang="en-US" dirty="0" smtClean="0"/>
              <a:t>  </a:t>
            </a:r>
            <a:r>
              <a:rPr lang="en-US" dirty="0"/>
              <a:t>Declaring Variables </a:t>
            </a:r>
            <a:r>
              <a:rPr lang="en-US" dirty="0">
                <a:latin typeface="Consolas" panose="020B0609020204030204" pitchFamily="49" charset="0"/>
              </a:rPr>
              <a:t>number2</a:t>
            </a:r>
            <a:r>
              <a:rPr lang="en-US" dirty="0"/>
              <a:t> and </a:t>
            </a:r>
            <a:r>
              <a:rPr lang="en-US" dirty="0">
                <a:latin typeface="Consolas" panose="020B0609020204030204" pitchFamily="49" charset="0"/>
              </a:rPr>
              <a:t>sum</a:t>
            </a:r>
            <a:endParaRPr lang="en-US" dirty="0" smtClean="0">
              <a:latin typeface="Consolas" panose="020B0609020204030204" pitchFamily="49" charset="0"/>
            </a:endParaRPr>
          </a:p>
        </p:txBody>
      </p:sp>
      <p:sp>
        <p:nvSpPr>
          <p:cNvPr id="77828" name="Footer Placeholder 1"/>
          <p:cNvSpPr>
            <a:spLocks noGrp="1"/>
          </p:cNvSpPr>
          <p:nvPr>
            <p:ph type="ftr" sz="quarter" idx="1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0" hangingPunct="0"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1pPr>
            <a:lvl2pPr marL="742950" indent="-285750" eaLnBrk="0" hangingPunct="0"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2pPr>
            <a:lvl3pPr marL="1143000" indent="-228600" eaLnBrk="0" hangingPunct="0"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3pPr>
            <a:lvl4pPr marL="1600200" indent="-228600" eaLnBrk="0" hangingPunct="0"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4pPr>
            <a:lvl5pPr marL="2057400" indent="-228600" eaLnBrk="0" hangingPunct="0"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5000"/>
              </a:spcAft>
              <a:buClr>
                <a:schemeClr val="tx1"/>
              </a:buClr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5000"/>
              </a:spcAft>
              <a:buClr>
                <a:schemeClr val="tx1"/>
              </a:buClr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5000"/>
              </a:spcAft>
              <a:buClr>
                <a:schemeClr val="tx1"/>
              </a:buClr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5000"/>
              </a:spcAft>
              <a:buClr>
                <a:schemeClr val="tx1"/>
              </a:buClr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9pPr>
          </a:lstStyle>
          <a:p>
            <a:pPr eaLnBrk="1" hangingPunct="1"/>
            <a:r>
              <a:rPr lang="en-US" altLang="en-US" sz="1000" smtClean="0">
                <a:solidFill>
                  <a:schemeClr val="tx1"/>
                </a:solidFill>
                <a:latin typeface="Calibri" panose="020F0502020204030204" pitchFamily="34" charset="0"/>
              </a:rPr>
              <a:t>©1992-2017 by Pearson Education, Inc. All Rights Reserved.</a:t>
            </a:r>
            <a:endParaRPr lang="en-US" altLang="en-US" sz="1000" dirty="0">
              <a:solidFill>
                <a:schemeClr val="tx1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934340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shtp6_03_Page_38"/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841500"/>
            <a:ext cx="12192000" cy="3173413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©1992-2017 by Pearson Education, Inc. All Rights Reserved.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3005204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shtp6_03_Page_39"/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247775"/>
            <a:ext cx="12192000" cy="4362450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©1992-2017 by Pearson Education, Inc. All Rights Reserved.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4986079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shtp6_03_Page_40"/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495425"/>
            <a:ext cx="12192000" cy="3867150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©1992-2017 by Pearson Education, Inc. All Rights Reserved.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2441113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139" name="Tex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228600" indent="-228600">
              <a:buFont typeface="Times New Roman" pitchFamily="18" charset="0"/>
              <a:buChar char="•"/>
              <a:defRPr/>
            </a:pPr>
            <a:r>
              <a:rPr lang="en-US" sz="3200" dirty="0" smtClean="0"/>
              <a:t>A </a:t>
            </a:r>
            <a:r>
              <a:rPr lang="en-US" sz="3200" b="1" dirty="0" smtClean="0"/>
              <a:t>prompt</a:t>
            </a:r>
            <a:r>
              <a:rPr lang="en-US" sz="3200" dirty="0" smtClean="0"/>
              <a:t> because it directs the user to take a specific action</a:t>
            </a:r>
            <a:endParaRPr lang="en-US" sz="3200" dirty="0"/>
          </a:p>
          <a:p>
            <a:pPr marL="228600" indent="-228600">
              <a:buFont typeface="Times New Roman" pitchFamily="18" charset="0"/>
              <a:buChar char="•"/>
              <a:defRPr/>
            </a:pPr>
            <a:endParaRPr lang="en-US" dirty="0" smtClean="0"/>
          </a:p>
        </p:txBody>
      </p:sp>
      <p:sp>
        <p:nvSpPr>
          <p:cNvPr id="120835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3.6.3</a:t>
            </a:r>
            <a:r>
              <a:rPr lang="en-US" dirty="0" smtClean="0"/>
              <a:t> </a:t>
            </a:r>
            <a:r>
              <a:rPr lang="en-US" dirty="0"/>
              <a:t>Prompting the User for Input</a:t>
            </a:r>
          </a:p>
        </p:txBody>
      </p:sp>
      <p:sp>
        <p:nvSpPr>
          <p:cNvPr id="81924" name="Footer Placeholder 1"/>
          <p:cNvSpPr>
            <a:spLocks noGrp="1"/>
          </p:cNvSpPr>
          <p:nvPr>
            <p:ph type="ftr" sz="quarter" idx="1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0" hangingPunct="0"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1pPr>
            <a:lvl2pPr marL="742950" indent="-285750" eaLnBrk="0" hangingPunct="0"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2pPr>
            <a:lvl3pPr marL="1143000" indent="-228600" eaLnBrk="0" hangingPunct="0"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3pPr>
            <a:lvl4pPr marL="1600200" indent="-228600" eaLnBrk="0" hangingPunct="0"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4pPr>
            <a:lvl5pPr marL="2057400" indent="-228600" eaLnBrk="0" hangingPunct="0"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5000"/>
              </a:spcAft>
              <a:buClr>
                <a:schemeClr val="tx1"/>
              </a:buClr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5000"/>
              </a:spcAft>
              <a:buClr>
                <a:schemeClr val="tx1"/>
              </a:buClr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5000"/>
              </a:spcAft>
              <a:buClr>
                <a:schemeClr val="tx1"/>
              </a:buClr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5000"/>
              </a:spcAft>
              <a:buClr>
                <a:schemeClr val="tx1"/>
              </a:buClr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9pPr>
          </a:lstStyle>
          <a:p>
            <a:pPr eaLnBrk="1" hangingPunct="1"/>
            <a:r>
              <a:rPr lang="en-US" altLang="en-US" sz="1000" smtClean="0">
                <a:solidFill>
                  <a:schemeClr val="tx1"/>
                </a:solidFill>
                <a:latin typeface="Calibri" panose="020F0502020204030204" pitchFamily="34" charset="0"/>
              </a:rPr>
              <a:t>©1992-2017 by Pearson Education, Inc. All Rights Reserved.</a:t>
            </a:r>
            <a:endParaRPr lang="en-US" altLang="en-US" sz="1000" dirty="0">
              <a:solidFill>
                <a:schemeClr val="tx1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887806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139" name="Tex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228600" indent="-228600">
              <a:buFont typeface="Times New Roman" pitchFamily="18" charset="0"/>
              <a:buChar char="•"/>
              <a:defRPr/>
            </a:pPr>
            <a:r>
              <a:rPr lang="en-US" sz="2400" dirty="0" smtClean="0">
                <a:solidFill>
                  <a:srgbClr val="000000"/>
                </a:solidFill>
                <a:latin typeface="Consolas" panose="020B0609020204030204" pitchFamily="49" charset="0"/>
                <a:ea typeface="MS Mincho" pitchFamily="49" charset="-128"/>
                <a:cs typeface="Lucida Console" pitchFamily="49" charset="0"/>
              </a:rPr>
              <a:t>Console</a:t>
            </a:r>
            <a:r>
              <a:rPr lang="en-US" sz="2400" dirty="0" smtClean="0">
                <a:solidFill>
                  <a:srgbClr val="000000"/>
                </a:solidFill>
                <a:ea typeface="MS Mincho" pitchFamily="49" charset="-128"/>
              </a:rPr>
              <a:t>’s </a:t>
            </a:r>
            <a:r>
              <a:rPr lang="en-US" sz="2400" b="1" dirty="0" err="1">
                <a:solidFill>
                  <a:srgbClr val="4D99FF"/>
                </a:solidFill>
                <a:latin typeface="Consolas" panose="020B0609020204030204" pitchFamily="49" charset="0"/>
                <a:ea typeface="MS Mincho" pitchFamily="49" charset="-128"/>
              </a:rPr>
              <a:t>ReadLine</a:t>
            </a:r>
            <a:r>
              <a:rPr lang="en-US" sz="2400" dirty="0">
                <a:solidFill>
                  <a:srgbClr val="000000"/>
                </a:solidFill>
                <a:ea typeface="MS Mincho" pitchFamily="49" charset="-128"/>
              </a:rPr>
              <a:t> method waits for the user to type a string of characters at the </a:t>
            </a:r>
            <a:r>
              <a:rPr lang="en-US" sz="2400" dirty="0" err="1">
                <a:solidFill>
                  <a:srgbClr val="000000"/>
                </a:solidFill>
                <a:ea typeface="MS Mincho" pitchFamily="49" charset="-128"/>
              </a:rPr>
              <a:t>keyboardand</a:t>
            </a:r>
            <a:r>
              <a:rPr lang="en-US" sz="2400" dirty="0">
                <a:solidFill>
                  <a:srgbClr val="000000"/>
                </a:solidFill>
                <a:ea typeface="MS Mincho" pitchFamily="49" charset="-128"/>
              </a:rPr>
              <a:t> press the </a:t>
            </a:r>
            <a:r>
              <a:rPr lang="en-US" sz="2400" i="1" dirty="0">
                <a:solidFill>
                  <a:srgbClr val="000000"/>
                </a:solidFill>
                <a:ea typeface="MS Mincho" pitchFamily="49" charset="-128"/>
              </a:rPr>
              <a:t>Enter</a:t>
            </a:r>
            <a:r>
              <a:rPr lang="en-US" sz="2400" dirty="0">
                <a:solidFill>
                  <a:srgbClr val="000000"/>
                </a:solidFill>
                <a:ea typeface="MS Mincho" pitchFamily="49" charset="-128"/>
              </a:rPr>
              <a:t> key.</a:t>
            </a:r>
          </a:p>
          <a:p>
            <a:pPr marL="228600" indent="-228600">
              <a:buFont typeface="Times New Roman" pitchFamily="18" charset="0"/>
              <a:buChar char="•"/>
              <a:defRPr/>
            </a:pPr>
            <a:r>
              <a:rPr lang="en-US" sz="2400" dirty="0" err="1">
                <a:solidFill>
                  <a:srgbClr val="000000"/>
                </a:solidFill>
                <a:latin typeface="Consolas" panose="020B0609020204030204" pitchFamily="49" charset="0"/>
                <a:ea typeface="MS Mincho" pitchFamily="49" charset="-128"/>
              </a:rPr>
              <a:t>ReadLine</a:t>
            </a:r>
            <a:r>
              <a:rPr lang="en-US" sz="2400" dirty="0">
                <a:solidFill>
                  <a:srgbClr val="000000"/>
                </a:solidFill>
                <a:ea typeface="MS Mincho" pitchFamily="49" charset="-128"/>
              </a:rPr>
              <a:t> returns the text the user entered.</a:t>
            </a:r>
          </a:p>
          <a:p>
            <a:pPr marL="228600" indent="-228600">
              <a:buFont typeface="Times New Roman" pitchFamily="18" charset="0"/>
              <a:buChar char="•"/>
              <a:defRPr/>
            </a:pPr>
            <a:r>
              <a:rPr lang="en-US" sz="2400" dirty="0">
                <a:solidFill>
                  <a:srgbClr val="000000"/>
                </a:solidFill>
                <a:ea typeface="MS Mincho" pitchFamily="49" charset="-128"/>
              </a:rPr>
              <a:t>The  </a:t>
            </a:r>
            <a:r>
              <a:rPr lang="en-US" sz="2400" b="1" dirty="0" err="1" smtClean="0">
                <a:solidFill>
                  <a:srgbClr val="4D99FF"/>
                </a:solidFill>
                <a:latin typeface="Consolas" panose="020B0609020204030204" pitchFamily="49" charset="0"/>
                <a:ea typeface="MS Mincho" pitchFamily="49" charset="-128"/>
              </a:rPr>
              <a:t>int.Parse</a:t>
            </a:r>
            <a:r>
              <a:rPr lang="en-US" sz="2400" dirty="0" smtClean="0">
                <a:solidFill>
                  <a:srgbClr val="000000"/>
                </a:solidFill>
                <a:ea typeface="MS Mincho" pitchFamily="49" charset="-128"/>
              </a:rPr>
              <a:t> </a:t>
            </a:r>
            <a:r>
              <a:rPr lang="en-US" sz="2400" dirty="0">
                <a:solidFill>
                  <a:srgbClr val="000000"/>
                </a:solidFill>
                <a:ea typeface="MS Mincho" pitchFamily="49" charset="-128"/>
              </a:rPr>
              <a:t>method converts this sequence of characters into data of type 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  <a:ea typeface="MS Mincho" pitchFamily="49" charset="-128"/>
              </a:rPr>
              <a:t>int</a:t>
            </a:r>
            <a:r>
              <a:rPr lang="en-US" sz="2400" dirty="0">
                <a:solidFill>
                  <a:srgbClr val="000000"/>
                </a:solidFill>
                <a:ea typeface="MS Mincho" pitchFamily="49" charset="-128"/>
              </a:rPr>
              <a:t>.</a:t>
            </a:r>
          </a:p>
          <a:p>
            <a:pPr eaLnBrk="1" hangingPunct="1">
              <a:defRPr/>
            </a:pPr>
            <a:endParaRPr lang="en-US" dirty="0" smtClean="0"/>
          </a:p>
        </p:txBody>
      </p:sp>
      <p:sp>
        <p:nvSpPr>
          <p:cNvPr id="120835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3.6.4</a:t>
            </a:r>
            <a:r>
              <a:rPr lang="en-US" dirty="0" smtClean="0"/>
              <a:t> </a:t>
            </a:r>
            <a:r>
              <a:rPr lang="en-US" dirty="0"/>
              <a:t>Reading a Value into Variable </a:t>
            </a:r>
            <a:r>
              <a:rPr lang="en-US" dirty="0">
                <a:latin typeface="Consolas" panose="020B0609020204030204" pitchFamily="49" charset="0"/>
              </a:rPr>
              <a:t>number1</a:t>
            </a:r>
          </a:p>
        </p:txBody>
      </p:sp>
      <p:sp>
        <p:nvSpPr>
          <p:cNvPr id="81924" name="Footer Placeholder 1"/>
          <p:cNvSpPr>
            <a:spLocks noGrp="1"/>
          </p:cNvSpPr>
          <p:nvPr>
            <p:ph type="ftr" sz="quarter" idx="1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0" hangingPunct="0"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1pPr>
            <a:lvl2pPr marL="742950" indent="-285750" eaLnBrk="0" hangingPunct="0"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2pPr>
            <a:lvl3pPr marL="1143000" indent="-228600" eaLnBrk="0" hangingPunct="0"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3pPr>
            <a:lvl4pPr marL="1600200" indent="-228600" eaLnBrk="0" hangingPunct="0"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4pPr>
            <a:lvl5pPr marL="2057400" indent="-228600" eaLnBrk="0" hangingPunct="0"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5000"/>
              </a:spcAft>
              <a:buClr>
                <a:schemeClr val="tx1"/>
              </a:buClr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5000"/>
              </a:spcAft>
              <a:buClr>
                <a:schemeClr val="tx1"/>
              </a:buClr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5000"/>
              </a:spcAft>
              <a:buClr>
                <a:schemeClr val="tx1"/>
              </a:buClr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5000"/>
              </a:spcAft>
              <a:buClr>
                <a:schemeClr val="tx1"/>
              </a:buClr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9pPr>
          </a:lstStyle>
          <a:p>
            <a:pPr eaLnBrk="1" hangingPunct="1"/>
            <a:r>
              <a:rPr lang="en-US" altLang="en-US" sz="1000" smtClean="0">
                <a:solidFill>
                  <a:schemeClr val="tx1"/>
                </a:solidFill>
                <a:latin typeface="Calibri" panose="020F0502020204030204" pitchFamily="34" charset="0"/>
              </a:rPr>
              <a:t>©1992-2017 by Pearson Education, Inc. All Rights Reserved.</a:t>
            </a:r>
            <a:endParaRPr lang="en-US" altLang="en-US" sz="1000" dirty="0">
              <a:solidFill>
                <a:schemeClr val="tx1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091072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63" name="Tex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228600" indent="-228600">
              <a:buFont typeface="Times New Roman" pitchFamily="18" charset="0"/>
              <a:buChar char="•"/>
              <a:defRPr/>
            </a:pPr>
            <a:r>
              <a:rPr lang="en-US" sz="2800" dirty="0">
                <a:solidFill>
                  <a:srgbClr val="000000"/>
                </a:solidFill>
                <a:ea typeface="MS Mincho" pitchFamily="49" charset="-128"/>
              </a:rPr>
              <a:t>A value can be stored in a variable using the </a:t>
            </a:r>
            <a:r>
              <a:rPr lang="en-US" sz="2800" b="1" dirty="0">
                <a:solidFill>
                  <a:srgbClr val="4D99FF"/>
                </a:solidFill>
                <a:ea typeface="MS Mincho" pitchFamily="49" charset="-128"/>
              </a:rPr>
              <a:t>assignment operator</a:t>
            </a:r>
            <a:r>
              <a:rPr lang="en-US" sz="2800" dirty="0">
                <a:solidFill>
                  <a:srgbClr val="000000"/>
                </a:solidFill>
                <a:ea typeface="MS Mincho" pitchFamily="49" charset="-128"/>
              </a:rPr>
              <a:t>, </a:t>
            </a:r>
            <a:r>
              <a:rPr lang="en-US" sz="2800" b="1" dirty="0">
                <a:solidFill>
                  <a:srgbClr val="4D99FF"/>
                </a:solidFill>
                <a:latin typeface="Consolas" panose="020B0609020204030204" pitchFamily="49" charset="0"/>
                <a:ea typeface="MS Mincho" pitchFamily="49" charset="-128"/>
              </a:rPr>
              <a:t>=</a:t>
            </a:r>
            <a:r>
              <a:rPr lang="en-US" sz="2800" dirty="0">
                <a:solidFill>
                  <a:srgbClr val="000000"/>
                </a:solidFill>
                <a:ea typeface="MS Mincho" pitchFamily="49" charset="-128"/>
              </a:rPr>
              <a:t>.</a:t>
            </a:r>
          </a:p>
          <a:p>
            <a:pPr marL="228600" indent="-228600">
              <a:buFont typeface="Times New Roman" pitchFamily="18" charset="0"/>
              <a:buChar char="•"/>
              <a:defRPr/>
            </a:pPr>
            <a:r>
              <a:rPr lang="en-US" sz="2800" dirty="0">
                <a:solidFill>
                  <a:srgbClr val="000000"/>
                </a:solidFill>
                <a:ea typeface="MS Mincho" pitchFamily="49" charset="-128"/>
              </a:rPr>
              <a:t>Operator </a:t>
            </a:r>
            <a:r>
              <a:rPr lang="en-US" sz="2800" dirty="0">
                <a:solidFill>
                  <a:srgbClr val="000000"/>
                </a:solidFill>
                <a:latin typeface="Consolas" panose="020B0609020204030204" pitchFamily="49" charset="0"/>
                <a:ea typeface="MS Mincho" pitchFamily="49" charset="-128"/>
                <a:cs typeface="Lucida Console" pitchFamily="49" charset="0"/>
              </a:rPr>
              <a:t>=</a:t>
            </a:r>
            <a:r>
              <a:rPr lang="en-US" sz="2800" dirty="0">
                <a:solidFill>
                  <a:srgbClr val="000000"/>
                </a:solidFill>
                <a:ea typeface="MS Mincho" pitchFamily="49" charset="-128"/>
              </a:rPr>
              <a:t> is called a </a:t>
            </a:r>
            <a:r>
              <a:rPr lang="en-US" sz="2800" b="1" dirty="0">
                <a:solidFill>
                  <a:srgbClr val="4D99FF"/>
                </a:solidFill>
                <a:ea typeface="MS Mincho" pitchFamily="49" charset="-128"/>
              </a:rPr>
              <a:t>binary operator</a:t>
            </a:r>
            <a:r>
              <a:rPr lang="en-US" sz="2800" dirty="0">
                <a:solidFill>
                  <a:srgbClr val="000000"/>
                </a:solidFill>
                <a:ea typeface="MS Mincho" pitchFamily="49" charset="-128"/>
              </a:rPr>
              <a:t>, because it works on two pieces of information, or </a:t>
            </a:r>
            <a:r>
              <a:rPr lang="en-US" sz="2800" b="1" dirty="0">
                <a:solidFill>
                  <a:srgbClr val="4D99FF"/>
                </a:solidFill>
                <a:ea typeface="MS Mincho" pitchFamily="49" charset="-128"/>
              </a:rPr>
              <a:t>operands</a:t>
            </a:r>
            <a:r>
              <a:rPr lang="en-US" sz="2800" dirty="0">
                <a:solidFill>
                  <a:srgbClr val="000000"/>
                </a:solidFill>
                <a:ea typeface="MS Mincho" pitchFamily="49" charset="-128"/>
              </a:rPr>
              <a:t>.</a:t>
            </a:r>
          </a:p>
          <a:p>
            <a:pPr marL="228600" indent="-228600">
              <a:buFont typeface="Times New Roman" pitchFamily="18" charset="0"/>
              <a:buChar char="•"/>
              <a:defRPr/>
            </a:pPr>
            <a:r>
              <a:rPr lang="en-US" sz="2800" dirty="0">
                <a:solidFill>
                  <a:srgbClr val="000000"/>
                </a:solidFill>
                <a:ea typeface="MS Mincho" pitchFamily="49" charset="-128"/>
              </a:rPr>
              <a:t>An </a:t>
            </a:r>
            <a:r>
              <a:rPr lang="en-US" sz="2800" b="1" dirty="0">
                <a:solidFill>
                  <a:srgbClr val="4D99FF"/>
                </a:solidFill>
                <a:ea typeface="MS Mincho" pitchFamily="49" charset="-128"/>
              </a:rPr>
              <a:t>assignment statement</a:t>
            </a:r>
            <a:r>
              <a:rPr lang="en-US" sz="2800" dirty="0">
                <a:solidFill>
                  <a:srgbClr val="000000"/>
                </a:solidFill>
                <a:ea typeface="MS Mincho" pitchFamily="49" charset="-128"/>
              </a:rPr>
              <a:t> assigns a value to a variable.</a:t>
            </a:r>
          </a:p>
          <a:p>
            <a:pPr marL="228600" indent="-228600">
              <a:buFont typeface="Times New Roman" pitchFamily="18" charset="0"/>
              <a:buChar char="•"/>
              <a:defRPr/>
            </a:pPr>
            <a:r>
              <a:rPr lang="en-US" altLang="ja-JP" sz="2800" dirty="0">
                <a:solidFill>
                  <a:srgbClr val="000000"/>
                </a:solidFill>
                <a:ea typeface="MS Mincho" pitchFamily="49" charset="-128"/>
              </a:rPr>
              <a:t>Everything to the right of the assignment operator, </a:t>
            </a:r>
            <a:r>
              <a:rPr lang="en-US" altLang="ja-JP" sz="2800" dirty="0">
                <a:solidFill>
                  <a:srgbClr val="000000"/>
                </a:solidFill>
                <a:latin typeface="Consolas" panose="020B0609020204030204" pitchFamily="49" charset="0"/>
                <a:ea typeface="MS Mincho" pitchFamily="49" charset="-128"/>
              </a:rPr>
              <a:t>=</a:t>
            </a:r>
            <a:r>
              <a:rPr lang="en-US" altLang="ja-JP" sz="2800" dirty="0">
                <a:solidFill>
                  <a:srgbClr val="000000"/>
                </a:solidFill>
                <a:ea typeface="MS Mincho" pitchFamily="49" charset="-128"/>
              </a:rPr>
              <a:t>, is always evaluated before the assignment is performed. </a:t>
            </a:r>
            <a:endParaRPr lang="en-US" sz="2800" dirty="0">
              <a:solidFill>
                <a:srgbClr val="000000"/>
              </a:solidFill>
              <a:ea typeface="MS Mincho" pitchFamily="49" charset="-128"/>
            </a:endParaRPr>
          </a:p>
          <a:p>
            <a:pPr eaLnBrk="1" hangingPunct="1">
              <a:defRPr/>
            </a:pPr>
            <a:endParaRPr lang="en-US" dirty="0" smtClean="0"/>
          </a:p>
        </p:txBody>
      </p:sp>
      <p:sp>
        <p:nvSpPr>
          <p:cNvPr id="121859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fontAlgn="auto">
              <a:spcAft>
                <a:spcPts val="0"/>
              </a:spcAft>
              <a:defRPr/>
            </a:pPr>
            <a:r>
              <a:rPr lang="en-US" dirty="0"/>
              <a:t>3.6.4 Reading a Value into Variable </a:t>
            </a:r>
            <a:r>
              <a:rPr lang="en-US" dirty="0">
                <a:latin typeface="Consolas" panose="020B0609020204030204" pitchFamily="49" charset="0"/>
              </a:rPr>
              <a:t>number1</a:t>
            </a:r>
            <a:endParaRPr lang="en-US" dirty="0" smtClean="0"/>
          </a:p>
        </p:txBody>
      </p:sp>
      <p:sp>
        <p:nvSpPr>
          <p:cNvPr id="82948" name="Footer Placeholder 1"/>
          <p:cNvSpPr>
            <a:spLocks noGrp="1"/>
          </p:cNvSpPr>
          <p:nvPr>
            <p:ph type="ftr" sz="quarter" idx="1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0" hangingPunct="0"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1pPr>
            <a:lvl2pPr marL="742950" indent="-285750" eaLnBrk="0" hangingPunct="0"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2pPr>
            <a:lvl3pPr marL="1143000" indent="-228600" eaLnBrk="0" hangingPunct="0"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3pPr>
            <a:lvl4pPr marL="1600200" indent="-228600" eaLnBrk="0" hangingPunct="0"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4pPr>
            <a:lvl5pPr marL="2057400" indent="-228600" eaLnBrk="0" hangingPunct="0"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5000"/>
              </a:spcAft>
              <a:buClr>
                <a:schemeClr val="tx1"/>
              </a:buClr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5000"/>
              </a:spcAft>
              <a:buClr>
                <a:schemeClr val="tx1"/>
              </a:buClr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5000"/>
              </a:spcAft>
              <a:buClr>
                <a:schemeClr val="tx1"/>
              </a:buClr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5000"/>
              </a:spcAft>
              <a:buClr>
                <a:schemeClr val="tx1"/>
              </a:buClr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9pPr>
          </a:lstStyle>
          <a:p>
            <a:pPr eaLnBrk="1" hangingPunct="1"/>
            <a:r>
              <a:rPr lang="en-US" altLang="en-US" sz="1000" smtClean="0">
                <a:solidFill>
                  <a:schemeClr val="tx1"/>
                </a:solidFill>
                <a:latin typeface="Calibri" panose="020F0502020204030204" pitchFamily="34" charset="0"/>
              </a:rPr>
              <a:t>©1992-2017 by Pearson Education, Inc. All Rights Reserved.</a:t>
            </a:r>
            <a:endParaRPr lang="en-US" altLang="en-US" sz="1000" dirty="0">
              <a:solidFill>
                <a:schemeClr val="tx1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18138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shtp6_03_Page_41"/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098675"/>
            <a:ext cx="12192000" cy="2659063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©1992-2017 by Pearson Education, Inc. All Rights Reserved.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8568831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211" name="Tex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228600" indent="-228600" algn="just">
              <a:buFont typeface="Times New Roman" pitchFamily="18" charset="0"/>
              <a:buChar char="•"/>
              <a:defRPr/>
            </a:pPr>
            <a:r>
              <a:rPr lang="en-US" sz="3600" dirty="0">
                <a:solidFill>
                  <a:srgbClr val="000000"/>
                </a:solidFill>
                <a:ea typeface="MS Mincho" pitchFamily="49" charset="-128"/>
              </a:rPr>
              <a:t>An </a:t>
            </a:r>
            <a:r>
              <a:rPr lang="en-US" sz="3600" b="1" dirty="0">
                <a:solidFill>
                  <a:srgbClr val="4D99FF"/>
                </a:solidFill>
                <a:ea typeface="MS Mincho" pitchFamily="49" charset="-128"/>
              </a:rPr>
              <a:t>expression</a:t>
            </a:r>
            <a:r>
              <a:rPr lang="en-US" sz="3600" dirty="0">
                <a:solidFill>
                  <a:srgbClr val="000000"/>
                </a:solidFill>
                <a:ea typeface="MS Mincho" pitchFamily="49" charset="-128"/>
              </a:rPr>
              <a:t> is any portion of a statement that has a value associated with it.</a:t>
            </a:r>
          </a:p>
          <a:p>
            <a:pPr marL="747713" lvl="1" indent="-290513" algn="just">
              <a:buFont typeface="Arial" charset="0"/>
              <a:buChar char="–"/>
              <a:defRPr/>
            </a:pPr>
            <a:r>
              <a:rPr lang="en-US" sz="3200" dirty="0">
                <a:solidFill>
                  <a:srgbClr val="000000"/>
                </a:solidFill>
                <a:ea typeface="MS Mincho" pitchFamily="49" charset="-128"/>
              </a:rPr>
              <a:t>The value of the expression </a:t>
            </a:r>
            <a:r>
              <a:rPr lang="en-US" sz="3200" dirty="0">
                <a:solidFill>
                  <a:srgbClr val="000000"/>
                </a:solidFill>
                <a:latin typeface="Consolas" panose="020B0609020204030204" pitchFamily="49" charset="0"/>
                <a:ea typeface="MS Mincho" pitchFamily="49" charset="-128"/>
                <a:cs typeface="Lucida Console" pitchFamily="49" charset="0"/>
              </a:rPr>
              <a:t>number1</a:t>
            </a:r>
            <a:r>
              <a:rPr lang="en-US" sz="3200" dirty="0">
                <a:solidFill>
                  <a:srgbClr val="000000"/>
                </a:solidFill>
                <a:ea typeface="MS Mincho" pitchFamily="49" charset="-128"/>
              </a:rPr>
              <a:t> </a:t>
            </a:r>
            <a:r>
              <a:rPr lang="en-US" sz="3200" dirty="0">
                <a:solidFill>
                  <a:srgbClr val="000000"/>
                </a:solidFill>
                <a:latin typeface="Consolas" panose="020B0609020204030204" pitchFamily="49" charset="0"/>
                <a:ea typeface="MS Mincho" pitchFamily="49" charset="-128"/>
              </a:rPr>
              <a:t>+</a:t>
            </a:r>
            <a:r>
              <a:rPr lang="en-US" sz="3200" dirty="0">
                <a:solidFill>
                  <a:srgbClr val="000000"/>
                </a:solidFill>
                <a:ea typeface="MS Mincho" pitchFamily="49" charset="-128"/>
              </a:rPr>
              <a:t> </a:t>
            </a:r>
            <a:r>
              <a:rPr lang="en-US" sz="3200" dirty="0">
                <a:solidFill>
                  <a:srgbClr val="000000"/>
                </a:solidFill>
                <a:latin typeface="Consolas" panose="020B0609020204030204" pitchFamily="49" charset="0"/>
                <a:ea typeface="MS Mincho" pitchFamily="49" charset="-128"/>
              </a:rPr>
              <a:t>number2</a:t>
            </a:r>
            <a:r>
              <a:rPr lang="en-US" sz="3200" dirty="0">
                <a:solidFill>
                  <a:srgbClr val="000000"/>
                </a:solidFill>
                <a:ea typeface="MS Mincho" pitchFamily="49" charset="-128"/>
              </a:rPr>
              <a:t> is the sum of the numbers.</a:t>
            </a:r>
          </a:p>
          <a:p>
            <a:pPr marL="747713" lvl="1" indent="-290513" algn="just">
              <a:buFont typeface="Arial" charset="0"/>
              <a:buChar char="–"/>
              <a:defRPr/>
            </a:pPr>
            <a:r>
              <a:rPr lang="en-US" sz="3200" dirty="0">
                <a:solidFill>
                  <a:srgbClr val="000000"/>
                </a:solidFill>
                <a:ea typeface="MS Mincho" pitchFamily="49" charset="-128"/>
              </a:rPr>
              <a:t>The value of the expression </a:t>
            </a:r>
            <a:r>
              <a:rPr lang="en-US" sz="3200" dirty="0" err="1">
                <a:solidFill>
                  <a:srgbClr val="000000"/>
                </a:solidFill>
                <a:latin typeface="Consolas" panose="020B0609020204030204" pitchFamily="49" charset="0"/>
                <a:ea typeface="MS Mincho" pitchFamily="49" charset="-128"/>
              </a:rPr>
              <a:t>Console.ReadLine</a:t>
            </a:r>
            <a:r>
              <a:rPr lang="en-US" sz="3200" dirty="0">
                <a:solidFill>
                  <a:srgbClr val="000000"/>
                </a:solidFill>
                <a:latin typeface="Consolas" panose="020B0609020204030204" pitchFamily="49" charset="0"/>
                <a:ea typeface="MS Mincho" pitchFamily="49" charset="-128"/>
              </a:rPr>
              <a:t>()</a:t>
            </a:r>
            <a:r>
              <a:rPr lang="en-US" sz="3200" dirty="0">
                <a:solidFill>
                  <a:srgbClr val="000000"/>
                </a:solidFill>
                <a:ea typeface="MS Mincho" pitchFamily="49" charset="-128"/>
              </a:rPr>
              <a:t> is the string of characters typed by the user.</a:t>
            </a:r>
            <a:endParaRPr lang="en-US" altLang="ja-JP" sz="3200" dirty="0">
              <a:solidFill>
                <a:srgbClr val="000000"/>
              </a:solidFill>
              <a:ea typeface="MS Mincho" pitchFamily="49" charset="-128"/>
            </a:endParaRPr>
          </a:p>
          <a:p>
            <a:pPr marL="228600" indent="-228600">
              <a:buFont typeface="Times New Roman" pitchFamily="18" charset="0"/>
              <a:buChar char="•"/>
              <a:defRPr/>
            </a:pPr>
            <a:r>
              <a:rPr lang="en-US" altLang="ja-JP" sz="3600" dirty="0">
                <a:solidFill>
                  <a:srgbClr val="000000"/>
                </a:solidFill>
                <a:ea typeface="MS Mincho" pitchFamily="49" charset="-128"/>
              </a:rPr>
              <a:t>Calculations can also be performed inside output statements.</a:t>
            </a:r>
            <a:endParaRPr lang="en-US" sz="3600" dirty="0">
              <a:solidFill>
                <a:srgbClr val="000000"/>
              </a:solidFill>
              <a:ea typeface="MS Mincho" pitchFamily="49" charset="-128"/>
            </a:endParaRPr>
          </a:p>
          <a:p>
            <a:pPr eaLnBrk="1" hangingPunct="1">
              <a:defRPr/>
            </a:pPr>
            <a:endParaRPr lang="en-US" sz="3600" dirty="0" smtClean="0"/>
          </a:p>
        </p:txBody>
      </p:sp>
      <p:sp>
        <p:nvSpPr>
          <p:cNvPr id="123907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fontAlgn="auto">
              <a:spcAft>
                <a:spcPts val="0"/>
              </a:spcAft>
              <a:defRPr/>
            </a:pPr>
            <a:r>
              <a:rPr lang="en-US" dirty="0" smtClean="0"/>
              <a:t>3.6.5 </a:t>
            </a:r>
            <a:r>
              <a:rPr lang="en-US" dirty="0"/>
              <a:t>Summing </a:t>
            </a:r>
            <a:r>
              <a:rPr lang="en-US" dirty="0">
                <a:latin typeface="Consolas" panose="020B0609020204030204" pitchFamily="49" charset="0"/>
              </a:rPr>
              <a:t>number1</a:t>
            </a:r>
            <a:r>
              <a:rPr lang="en-US" dirty="0"/>
              <a:t> and </a:t>
            </a:r>
            <a:r>
              <a:rPr lang="en-US" dirty="0">
                <a:latin typeface="Consolas" panose="020B0609020204030204" pitchFamily="49" charset="0"/>
              </a:rPr>
              <a:t>number2  </a:t>
            </a:r>
            <a:endParaRPr lang="en-US" dirty="0" smtClean="0">
              <a:latin typeface="Consolas" panose="020B0609020204030204" pitchFamily="49" charset="0"/>
            </a:endParaRPr>
          </a:p>
        </p:txBody>
      </p:sp>
      <p:sp>
        <p:nvSpPr>
          <p:cNvPr id="84996" name="Footer Placeholder 1"/>
          <p:cNvSpPr>
            <a:spLocks noGrp="1"/>
          </p:cNvSpPr>
          <p:nvPr>
            <p:ph type="ftr" sz="quarter" idx="1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0" hangingPunct="0"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1pPr>
            <a:lvl2pPr marL="742950" indent="-285750" eaLnBrk="0" hangingPunct="0"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2pPr>
            <a:lvl3pPr marL="1143000" indent="-228600" eaLnBrk="0" hangingPunct="0"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3pPr>
            <a:lvl4pPr marL="1600200" indent="-228600" eaLnBrk="0" hangingPunct="0"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4pPr>
            <a:lvl5pPr marL="2057400" indent="-228600" eaLnBrk="0" hangingPunct="0"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5000"/>
              </a:spcAft>
              <a:buClr>
                <a:schemeClr val="tx1"/>
              </a:buClr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5000"/>
              </a:spcAft>
              <a:buClr>
                <a:schemeClr val="tx1"/>
              </a:buClr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5000"/>
              </a:spcAft>
              <a:buClr>
                <a:schemeClr val="tx1"/>
              </a:buClr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5000"/>
              </a:spcAft>
              <a:buClr>
                <a:schemeClr val="tx1"/>
              </a:buClr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9pPr>
          </a:lstStyle>
          <a:p>
            <a:pPr eaLnBrk="1" hangingPunct="1"/>
            <a:r>
              <a:rPr lang="en-US" altLang="en-US" sz="1000" smtClean="0">
                <a:solidFill>
                  <a:schemeClr val="tx1"/>
                </a:solidFill>
                <a:latin typeface="Calibri" panose="020F0502020204030204" pitchFamily="34" charset="0"/>
              </a:rPr>
              <a:t>©1992-2017 by Pearson Education, Inc. All Rights Reserved.</a:t>
            </a:r>
            <a:endParaRPr lang="en-US" altLang="en-US" sz="1000" dirty="0">
              <a:solidFill>
                <a:schemeClr val="tx1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186303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235" name="Tex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228600" indent="-228600">
              <a:buFont typeface="Times New Roman" pitchFamily="18" charset="0"/>
              <a:buChar char="•"/>
              <a:defRPr/>
            </a:pPr>
            <a:r>
              <a:rPr lang="en-US" sz="3200" dirty="0">
                <a:solidFill>
                  <a:srgbClr val="000000"/>
                </a:solidFill>
                <a:ea typeface="MS Mincho" pitchFamily="49" charset="-128"/>
              </a:rPr>
              <a:t>Variable names actually correspond to </a:t>
            </a:r>
            <a:r>
              <a:rPr lang="en-US" sz="3200" b="1" dirty="0">
                <a:solidFill>
                  <a:srgbClr val="4D99FF"/>
                </a:solidFill>
                <a:ea typeface="MS Mincho" pitchFamily="49" charset="-128"/>
              </a:rPr>
              <a:t>locations</a:t>
            </a:r>
            <a:r>
              <a:rPr lang="en-US" sz="3200" dirty="0">
                <a:solidFill>
                  <a:srgbClr val="000000"/>
                </a:solidFill>
                <a:ea typeface="MS Mincho" pitchFamily="49" charset="-128"/>
              </a:rPr>
              <a:t> in the computer’s memory.</a:t>
            </a:r>
          </a:p>
          <a:p>
            <a:pPr marL="228600" indent="-228600">
              <a:buFont typeface="Times New Roman" pitchFamily="18" charset="0"/>
              <a:buChar char="•"/>
              <a:defRPr/>
            </a:pPr>
            <a:r>
              <a:rPr lang="en-US" sz="3200" dirty="0">
                <a:solidFill>
                  <a:srgbClr val="000000"/>
                </a:solidFill>
                <a:ea typeface="MS Mincho" pitchFamily="49" charset="-128"/>
              </a:rPr>
              <a:t>Every variable has a </a:t>
            </a:r>
            <a:r>
              <a:rPr lang="en-US" sz="3200" b="1" dirty="0">
                <a:solidFill>
                  <a:srgbClr val="4D99FF"/>
                </a:solidFill>
                <a:ea typeface="MS Mincho" pitchFamily="49" charset="-128"/>
              </a:rPr>
              <a:t>name</a:t>
            </a:r>
            <a:r>
              <a:rPr lang="en-US" sz="3200" dirty="0">
                <a:solidFill>
                  <a:srgbClr val="000000"/>
                </a:solidFill>
                <a:ea typeface="MS Mincho" pitchFamily="49" charset="-128"/>
              </a:rPr>
              <a:t>, a </a:t>
            </a:r>
            <a:r>
              <a:rPr lang="en-US" sz="3200" b="1" dirty="0">
                <a:solidFill>
                  <a:srgbClr val="4D99FF"/>
                </a:solidFill>
                <a:ea typeface="MS Mincho" pitchFamily="49" charset="-128"/>
              </a:rPr>
              <a:t>type</a:t>
            </a:r>
            <a:r>
              <a:rPr lang="en-US" sz="3200" dirty="0">
                <a:solidFill>
                  <a:srgbClr val="000000"/>
                </a:solidFill>
                <a:ea typeface="MS Mincho" pitchFamily="49" charset="-128"/>
              </a:rPr>
              <a:t>, a </a:t>
            </a:r>
            <a:r>
              <a:rPr lang="en-US" sz="3200" b="1" dirty="0">
                <a:solidFill>
                  <a:srgbClr val="4D99FF"/>
                </a:solidFill>
                <a:ea typeface="MS Mincho" pitchFamily="49" charset="-128"/>
              </a:rPr>
              <a:t>size</a:t>
            </a:r>
            <a:r>
              <a:rPr lang="en-US" sz="3200" dirty="0">
                <a:solidFill>
                  <a:srgbClr val="000000"/>
                </a:solidFill>
                <a:ea typeface="MS Mincho" pitchFamily="49" charset="-128"/>
              </a:rPr>
              <a:t> and a </a:t>
            </a:r>
            <a:r>
              <a:rPr lang="en-US" sz="3200" b="1" dirty="0">
                <a:solidFill>
                  <a:srgbClr val="4D99FF"/>
                </a:solidFill>
                <a:ea typeface="MS Mincho" pitchFamily="49" charset="-128"/>
              </a:rPr>
              <a:t>value</a:t>
            </a:r>
            <a:r>
              <a:rPr lang="en-US" sz="3200" dirty="0">
                <a:solidFill>
                  <a:srgbClr val="000000"/>
                </a:solidFill>
                <a:ea typeface="MS Mincho" pitchFamily="49" charset="-128"/>
              </a:rPr>
              <a:t>.</a:t>
            </a:r>
          </a:p>
          <a:p>
            <a:pPr marL="228600" indent="-228600">
              <a:buFont typeface="Times New Roman" pitchFamily="18" charset="0"/>
              <a:buChar char="•"/>
              <a:defRPr/>
            </a:pPr>
            <a:r>
              <a:rPr lang="en-US" altLang="ja-JP" sz="3200" dirty="0">
                <a:solidFill>
                  <a:srgbClr val="000000"/>
                </a:solidFill>
                <a:ea typeface="MS Mincho" pitchFamily="49" charset="-128"/>
              </a:rPr>
              <a:t>In Fig. </a:t>
            </a:r>
            <a:r>
              <a:rPr lang="en-US" altLang="ja-JP" sz="3200" dirty="0" smtClean="0">
                <a:solidFill>
                  <a:srgbClr val="000000"/>
                </a:solidFill>
                <a:ea typeface="MS Mincho" pitchFamily="49" charset="-128"/>
              </a:rPr>
              <a:t>3.15, </a:t>
            </a:r>
            <a:r>
              <a:rPr lang="en-US" altLang="ja-JP" sz="3200" dirty="0">
                <a:solidFill>
                  <a:srgbClr val="000000"/>
                </a:solidFill>
                <a:ea typeface="MS Mincho" pitchFamily="49" charset="-128"/>
              </a:rPr>
              <a:t>the computer has placed the value </a:t>
            </a:r>
            <a:r>
              <a:rPr lang="en-US" altLang="ja-JP" sz="3200" dirty="0">
                <a:solidFill>
                  <a:srgbClr val="000000"/>
                </a:solidFill>
                <a:latin typeface="Consolas" panose="020B0609020204030204" pitchFamily="49" charset="0"/>
                <a:ea typeface="MS Mincho" pitchFamily="49" charset="-128"/>
                <a:cs typeface="Lucida Console" pitchFamily="49" charset="0"/>
              </a:rPr>
              <a:t>45</a:t>
            </a:r>
            <a:r>
              <a:rPr lang="en-US" altLang="ja-JP" sz="3200" dirty="0">
                <a:solidFill>
                  <a:srgbClr val="000000"/>
                </a:solidFill>
                <a:ea typeface="MS Mincho" pitchFamily="49" charset="-128"/>
              </a:rPr>
              <a:t> in the memory location corresponding to </a:t>
            </a:r>
            <a:r>
              <a:rPr lang="en-US" altLang="ja-JP" sz="3200" dirty="0">
                <a:solidFill>
                  <a:srgbClr val="000000"/>
                </a:solidFill>
                <a:latin typeface="Consolas" panose="020B0609020204030204" pitchFamily="49" charset="0"/>
                <a:ea typeface="MS Mincho" pitchFamily="49" charset="-128"/>
              </a:rPr>
              <a:t>number1</a:t>
            </a:r>
            <a:r>
              <a:rPr lang="en-US" altLang="ja-JP" sz="3200" dirty="0">
                <a:solidFill>
                  <a:srgbClr val="000000"/>
                </a:solidFill>
                <a:ea typeface="MS Mincho" pitchFamily="49" charset="-128"/>
              </a:rPr>
              <a:t>. </a:t>
            </a:r>
            <a:endParaRPr lang="en-US" sz="3200" dirty="0">
              <a:solidFill>
                <a:srgbClr val="000000"/>
              </a:solidFill>
              <a:ea typeface="MS Mincho" pitchFamily="49" charset="-128"/>
            </a:endParaRPr>
          </a:p>
          <a:p>
            <a:pPr eaLnBrk="1" hangingPunct="1">
              <a:defRPr/>
            </a:pPr>
            <a:endParaRPr lang="en-US" sz="2800" dirty="0" smtClean="0"/>
          </a:p>
        </p:txBody>
      </p:sp>
      <p:sp>
        <p:nvSpPr>
          <p:cNvPr id="12493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fontAlgn="auto">
              <a:spcAft>
                <a:spcPts val="0"/>
              </a:spcAft>
              <a:defRPr/>
            </a:pPr>
            <a:r>
              <a:rPr lang="en-US" smtClean="0"/>
              <a:t>3.7  </a:t>
            </a:r>
            <a:r>
              <a:rPr lang="en-US" altLang="ja-JP" smtClean="0"/>
              <a:t>Memory Concepts </a:t>
            </a:r>
            <a:endParaRPr lang="en-US" smtClean="0"/>
          </a:p>
        </p:txBody>
      </p:sp>
      <p:sp>
        <p:nvSpPr>
          <p:cNvPr id="86020" name="Footer Placeholder 1"/>
          <p:cNvSpPr>
            <a:spLocks noGrp="1"/>
          </p:cNvSpPr>
          <p:nvPr>
            <p:ph type="ftr" sz="quarter" idx="1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0" hangingPunct="0"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1pPr>
            <a:lvl2pPr marL="742950" indent="-285750" eaLnBrk="0" hangingPunct="0"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2pPr>
            <a:lvl3pPr marL="1143000" indent="-228600" eaLnBrk="0" hangingPunct="0"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3pPr>
            <a:lvl4pPr marL="1600200" indent="-228600" eaLnBrk="0" hangingPunct="0"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4pPr>
            <a:lvl5pPr marL="2057400" indent="-228600" eaLnBrk="0" hangingPunct="0"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5000"/>
              </a:spcAft>
              <a:buClr>
                <a:schemeClr val="tx1"/>
              </a:buClr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5000"/>
              </a:spcAft>
              <a:buClr>
                <a:schemeClr val="tx1"/>
              </a:buClr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5000"/>
              </a:spcAft>
              <a:buClr>
                <a:schemeClr val="tx1"/>
              </a:buClr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5000"/>
              </a:spcAft>
              <a:buClr>
                <a:schemeClr val="tx1"/>
              </a:buClr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9pPr>
          </a:lstStyle>
          <a:p>
            <a:pPr eaLnBrk="1" hangingPunct="1"/>
            <a:r>
              <a:rPr lang="en-US" altLang="en-US" sz="1000" smtClean="0">
                <a:solidFill>
                  <a:schemeClr val="tx1"/>
                </a:solidFill>
                <a:latin typeface="Calibri" panose="020F0502020204030204" pitchFamily="34" charset="0"/>
              </a:rPr>
              <a:t>©1992-2017 by Pearson Education, Inc. All Rights Reserved.</a:t>
            </a:r>
            <a:endParaRPr lang="en-US" altLang="en-US" sz="1000" dirty="0">
              <a:solidFill>
                <a:schemeClr val="tx1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507764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shtp6_03_Page_42"/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052638"/>
            <a:ext cx="12192000" cy="2752725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©1992-2017 by Pearson Education, Inc. All Rights Reserved.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22581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067" name="Tex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ja-JP" sz="3200" dirty="0">
                <a:solidFill>
                  <a:srgbClr val="000000"/>
                </a:solidFill>
                <a:ea typeface="MS Mincho" pitchFamily="49" charset="-128"/>
              </a:rPr>
              <a:t>In Fig. 3.16, </a:t>
            </a:r>
            <a:r>
              <a:rPr lang="en-US" altLang="ja-JP" sz="3200" dirty="0">
                <a:solidFill>
                  <a:srgbClr val="000000"/>
                </a:solidFill>
                <a:latin typeface="Consolas" panose="020B0609020204030204" pitchFamily="49" charset="0"/>
                <a:ea typeface="MS Mincho" pitchFamily="49" charset="-128"/>
                <a:cs typeface="Lucida Console" panose="020B0609040504020204" pitchFamily="49" charset="0"/>
              </a:rPr>
              <a:t>72</a:t>
            </a:r>
            <a:r>
              <a:rPr lang="en-US" altLang="ja-JP" sz="3200" dirty="0">
                <a:solidFill>
                  <a:srgbClr val="000000"/>
                </a:solidFill>
                <a:ea typeface="MS Mincho" pitchFamily="49" charset="-128"/>
              </a:rPr>
              <a:t> has been placed in location </a:t>
            </a:r>
            <a:r>
              <a:rPr lang="en-US" altLang="ja-JP" sz="3200" dirty="0">
                <a:solidFill>
                  <a:srgbClr val="000000"/>
                </a:solidFill>
                <a:latin typeface="Consolas" panose="020B0609020204030204" pitchFamily="49" charset="0"/>
                <a:ea typeface="MS Mincho" pitchFamily="49" charset="-128"/>
              </a:rPr>
              <a:t>number2</a:t>
            </a:r>
            <a:r>
              <a:rPr lang="en-US" altLang="ja-JP" sz="3200" dirty="0">
                <a:solidFill>
                  <a:srgbClr val="000000"/>
                </a:solidFill>
                <a:ea typeface="MS Mincho" pitchFamily="49" charset="-128"/>
              </a:rPr>
              <a:t>. </a:t>
            </a:r>
            <a:endParaRPr lang="en-US" altLang="en-US" sz="3200" dirty="0">
              <a:solidFill>
                <a:srgbClr val="000000"/>
              </a:solidFill>
              <a:ea typeface="MS Mincho" pitchFamily="49" charset="-128"/>
            </a:endParaRPr>
          </a:p>
          <a:p>
            <a:pPr eaLnBrk="1" hangingPunct="1"/>
            <a:endParaRPr lang="en-US" altLang="en-US" sz="2800" dirty="0" smtClean="0"/>
          </a:p>
        </p:txBody>
      </p:sp>
      <p:sp>
        <p:nvSpPr>
          <p:cNvPr id="12697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fontAlgn="auto">
              <a:spcAft>
                <a:spcPts val="0"/>
              </a:spcAft>
              <a:defRPr/>
            </a:pPr>
            <a:r>
              <a:rPr lang="en-US" smtClean="0"/>
              <a:t>3.7  </a:t>
            </a:r>
            <a:r>
              <a:rPr lang="en-US" altLang="ja-JP" smtClean="0"/>
              <a:t>Memory Concepts (Cont.) </a:t>
            </a:r>
            <a:endParaRPr lang="en-US" smtClean="0"/>
          </a:p>
        </p:txBody>
      </p:sp>
      <p:sp>
        <p:nvSpPr>
          <p:cNvPr id="88068" name="Footer Placeholder 1"/>
          <p:cNvSpPr>
            <a:spLocks noGrp="1"/>
          </p:cNvSpPr>
          <p:nvPr>
            <p:ph type="ftr" sz="quarter" idx="1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0" hangingPunct="0"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1pPr>
            <a:lvl2pPr marL="742950" indent="-285750" eaLnBrk="0" hangingPunct="0"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2pPr>
            <a:lvl3pPr marL="1143000" indent="-228600" eaLnBrk="0" hangingPunct="0"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3pPr>
            <a:lvl4pPr marL="1600200" indent="-228600" eaLnBrk="0" hangingPunct="0"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4pPr>
            <a:lvl5pPr marL="2057400" indent="-228600" eaLnBrk="0" hangingPunct="0"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5000"/>
              </a:spcAft>
              <a:buClr>
                <a:schemeClr val="tx1"/>
              </a:buClr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5000"/>
              </a:spcAft>
              <a:buClr>
                <a:schemeClr val="tx1"/>
              </a:buClr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5000"/>
              </a:spcAft>
              <a:buClr>
                <a:schemeClr val="tx1"/>
              </a:buClr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5000"/>
              </a:spcAft>
              <a:buClr>
                <a:schemeClr val="tx1"/>
              </a:buClr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9pPr>
          </a:lstStyle>
          <a:p>
            <a:pPr eaLnBrk="1" hangingPunct="1"/>
            <a:r>
              <a:rPr lang="en-US" altLang="en-US" sz="1000" smtClean="0">
                <a:solidFill>
                  <a:schemeClr val="tx1"/>
                </a:solidFill>
                <a:latin typeface="Calibri" panose="020F0502020204030204" pitchFamily="34" charset="0"/>
              </a:rPr>
              <a:t>©1992-2017 by Pearson Education, Inc. All Rights Reserved.</a:t>
            </a:r>
            <a:endParaRPr lang="en-US" altLang="en-US" sz="1000" dirty="0">
              <a:solidFill>
                <a:schemeClr val="tx1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871675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shtp6_03_Page_43"/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670050"/>
            <a:ext cx="12192000" cy="3517900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©1992-2017 by Pearson Education, Inc. All Rights Reserved.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67631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02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fontAlgn="auto">
              <a:spcAft>
                <a:spcPts val="0"/>
              </a:spcAft>
              <a:defRPr/>
            </a:pPr>
            <a:r>
              <a:rPr lang="en-US" smtClean="0"/>
              <a:t>3.7  </a:t>
            </a:r>
            <a:r>
              <a:rPr lang="en-US" altLang="ja-JP" smtClean="0"/>
              <a:t>Memory Concepts (Cont.) </a:t>
            </a:r>
            <a:endParaRPr lang="en-US" smtClean="0"/>
          </a:p>
        </p:txBody>
      </p:sp>
      <p:sp>
        <p:nvSpPr>
          <p:cNvPr id="90117" name="Footer Placeholder 1"/>
          <p:cNvSpPr>
            <a:spLocks noGrp="1"/>
          </p:cNvSpPr>
          <p:nvPr>
            <p:ph type="ftr" sz="quarter" idx="1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0" hangingPunct="0"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1pPr>
            <a:lvl2pPr marL="742950" indent="-285750" eaLnBrk="0" hangingPunct="0"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2pPr>
            <a:lvl3pPr marL="1143000" indent="-228600" eaLnBrk="0" hangingPunct="0"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3pPr>
            <a:lvl4pPr marL="1600200" indent="-228600" eaLnBrk="0" hangingPunct="0"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4pPr>
            <a:lvl5pPr marL="2057400" indent="-228600" eaLnBrk="0" hangingPunct="0"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5000"/>
              </a:spcAft>
              <a:buClr>
                <a:schemeClr val="tx1"/>
              </a:buClr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5000"/>
              </a:spcAft>
              <a:buClr>
                <a:schemeClr val="tx1"/>
              </a:buClr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5000"/>
              </a:spcAft>
              <a:buClr>
                <a:schemeClr val="tx1"/>
              </a:buClr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5000"/>
              </a:spcAft>
              <a:buClr>
                <a:schemeClr val="tx1"/>
              </a:buClr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9pPr>
          </a:lstStyle>
          <a:p>
            <a:pPr eaLnBrk="1" hangingPunct="1"/>
            <a:r>
              <a:rPr lang="en-US" altLang="en-US" sz="1000" smtClean="0">
                <a:solidFill>
                  <a:schemeClr val="tx1"/>
                </a:solidFill>
                <a:latin typeface="Calibri" panose="020F0502020204030204" pitchFamily="34" charset="0"/>
              </a:rPr>
              <a:t>©1992-2017 by Pearson Education, Inc. All Rights Reserved.</a:t>
            </a:r>
            <a:endParaRPr lang="en-US" altLang="en-US" sz="1000" dirty="0">
              <a:solidFill>
                <a:schemeClr val="tx1"/>
              </a:solidFill>
              <a:latin typeface="Calibri" panose="020F0502020204030204" pitchFamily="34" charset="0"/>
            </a:endParaRPr>
          </a:p>
        </p:txBody>
      </p:sp>
      <p:sp>
        <p:nvSpPr>
          <p:cNvPr id="90116" name="Rectangle 3"/>
          <p:cNvSpPr>
            <a:spLocks noChangeArrowheads="1"/>
          </p:cNvSpPr>
          <p:nvPr/>
        </p:nvSpPr>
        <p:spPr bwMode="auto">
          <a:xfrm>
            <a:off x="609600" y="1306514"/>
            <a:ext cx="10972800" cy="107721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228600" indent="-228600" eaLnBrk="0" hangingPunct="0"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1pPr>
            <a:lvl2pPr marL="742950" indent="-285750" eaLnBrk="0" hangingPunct="0"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2pPr>
            <a:lvl3pPr marL="1143000" indent="-228600" eaLnBrk="0" hangingPunct="0"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3pPr>
            <a:lvl4pPr marL="1600200" indent="-228600" eaLnBrk="0" hangingPunct="0"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4pPr>
            <a:lvl5pPr marL="2057400" indent="-228600" eaLnBrk="0" hangingPunct="0"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5000"/>
              </a:spcAft>
              <a:buClr>
                <a:schemeClr val="tx1"/>
              </a:buClr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5000"/>
              </a:spcAft>
              <a:buClr>
                <a:schemeClr val="tx1"/>
              </a:buClr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5000"/>
              </a:spcAft>
              <a:buClr>
                <a:schemeClr val="tx1"/>
              </a:buClr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5000"/>
              </a:spcAft>
              <a:buClr>
                <a:schemeClr val="tx1"/>
              </a:buClr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9pPr>
          </a:lstStyle>
          <a:p>
            <a:pPr eaLnBrk="1" hangingPunct="1">
              <a:buFont typeface="Times New Roman" panose="02020603050405020304" pitchFamily="18" charset="0"/>
              <a:buChar char="•"/>
            </a:pPr>
            <a:r>
              <a:rPr lang="en-US" altLang="ja-JP" sz="3200" dirty="0">
                <a:solidFill>
                  <a:srgbClr val="000000"/>
                </a:solidFill>
                <a:latin typeface="Cambria" panose="02040503050406030204" pitchFamily="18" charset="0"/>
                <a:ea typeface="MS Mincho" pitchFamily="49" charset="-128"/>
              </a:rPr>
              <a:t>After </a:t>
            </a:r>
            <a:r>
              <a:rPr lang="en-US" altLang="ja-JP" sz="3200" dirty="0">
                <a:solidFill>
                  <a:srgbClr val="000000"/>
                </a:solidFill>
                <a:latin typeface="Consolas" panose="020B0609020204030204" pitchFamily="49" charset="0"/>
                <a:ea typeface="MS Mincho" pitchFamily="49" charset="-128"/>
                <a:cs typeface="Lucida Console" panose="020B0609040504020204" pitchFamily="49" charset="0"/>
              </a:rPr>
              <a:t>sum</a:t>
            </a:r>
            <a:r>
              <a:rPr lang="en-US" altLang="ja-JP" sz="3200" dirty="0">
                <a:solidFill>
                  <a:srgbClr val="000000"/>
                </a:solidFill>
                <a:latin typeface="Cambria" panose="02040503050406030204" pitchFamily="18" charset="0"/>
                <a:ea typeface="MS Mincho" pitchFamily="49" charset="-128"/>
              </a:rPr>
              <a:t> has been calculated, memory appears as shown in Fig.</a:t>
            </a:r>
            <a:r>
              <a:rPr lang="en-US" altLang="ja-JP" sz="3200" dirty="0">
                <a:solidFill>
                  <a:srgbClr val="000000"/>
                </a:solidFill>
                <a:latin typeface="Calibri" panose="020F0502020204030204" pitchFamily="34" charset="0"/>
                <a:ea typeface="MS Mincho" pitchFamily="49" charset="-128"/>
              </a:rPr>
              <a:t> </a:t>
            </a:r>
            <a:r>
              <a:rPr lang="en-US" altLang="ja-JP" sz="3200" dirty="0">
                <a:solidFill>
                  <a:srgbClr val="000000"/>
                </a:solidFill>
                <a:latin typeface="Cambria" panose="02040503050406030204" pitchFamily="18" charset="0"/>
                <a:ea typeface="MS Mincho" pitchFamily="49" charset="-128"/>
              </a:rPr>
              <a:t>3.17. </a:t>
            </a:r>
            <a:endParaRPr lang="en-US" altLang="en-US" sz="3200" dirty="0">
              <a:solidFill>
                <a:srgbClr val="000000"/>
              </a:solidFill>
              <a:latin typeface="Cambria" panose="02040503050406030204" pitchFamily="18" charset="0"/>
              <a:ea typeface="MS Mincho" pitchFamily="49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2925205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shtp6_03_Page_44"/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123950"/>
            <a:ext cx="12192000" cy="4608513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©1992-2017 by Pearson Education, Inc. All Rights Reserved.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0768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379" name="Tex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228600" indent="-228600">
              <a:buFont typeface="Times New Roman" pitchFamily="18" charset="0"/>
              <a:buChar char="•"/>
              <a:defRPr/>
            </a:pPr>
            <a:r>
              <a:rPr lang="en-US" sz="2800" dirty="0">
                <a:solidFill>
                  <a:srgbClr val="000000"/>
                </a:solidFill>
                <a:ea typeface="MS Mincho" pitchFamily="49" charset="-128"/>
              </a:rPr>
              <a:t>Whenever a value is placed in a memory location, the value replaces the previous value in that location, and the previous value is lost.</a:t>
            </a:r>
          </a:p>
          <a:p>
            <a:pPr marL="228600" indent="-228600">
              <a:buFont typeface="Times New Roman" pitchFamily="18" charset="0"/>
              <a:buChar char="•"/>
              <a:defRPr/>
            </a:pPr>
            <a:r>
              <a:rPr lang="en-US" altLang="ja-JP" sz="2800" dirty="0">
                <a:solidFill>
                  <a:srgbClr val="000000"/>
                </a:solidFill>
                <a:ea typeface="MS Mincho" pitchFamily="49" charset="-128"/>
              </a:rPr>
              <a:t>When a value is read from a memory location, the process is nondestructive. </a:t>
            </a:r>
            <a:endParaRPr lang="en-US" sz="2800" dirty="0">
              <a:solidFill>
                <a:srgbClr val="000000"/>
              </a:solidFill>
              <a:ea typeface="MS Mincho" pitchFamily="49" charset="-128"/>
            </a:endParaRPr>
          </a:p>
          <a:p>
            <a:pPr eaLnBrk="1" hangingPunct="1">
              <a:defRPr/>
            </a:pPr>
            <a:endParaRPr lang="en-US" dirty="0" smtClean="0"/>
          </a:p>
        </p:txBody>
      </p:sp>
      <p:sp>
        <p:nvSpPr>
          <p:cNvPr id="13107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fontAlgn="auto">
              <a:spcAft>
                <a:spcPts val="0"/>
              </a:spcAft>
              <a:defRPr/>
            </a:pPr>
            <a:r>
              <a:rPr lang="en-US" smtClean="0"/>
              <a:t>3.7  </a:t>
            </a:r>
            <a:r>
              <a:rPr lang="en-US" altLang="ja-JP" smtClean="0"/>
              <a:t>Memory Concepts (Cont.) </a:t>
            </a:r>
            <a:endParaRPr lang="en-US" smtClean="0"/>
          </a:p>
        </p:txBody>
      </p:sp>
      <p:sp>
        <p:nvSpPr>
          <p:cNvPr id="92164" name="Footer Placeholder 1"/>
          <p:cNvSpPr>
            <a:spLocks noGrp="1"/>
          </p:cNvSpPr>
          <p:nvPr>
            <p:ph type="ftr" sz="quarter" idx="1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0" hangingPunct="0"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1pPr>
            <a:lvl2pPr marL="742950" indent="-285750" eaLnBrk="0" hangingPunct="0"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2pPr>
            <a:lvl3pPr marL="1143000" indent="-228600" eaLnBrk="0" hangingPunct="0"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3pPr>
            <a:lvl4pPr marL="1600200" indent="-228600" eaLnBrk="0" hangingPunct="0"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4pPr>
            <a:lvl5pPr marL="2057400" indent="-228600" eaLnBrk="0" hangingPunct="0"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5000"/>
              </a:spcAft>
              <a:buClr>
                <a:schemeClr val="tx1"/>
              </a:buClr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5000"/>
              </a:spcAft>
              <a:buClr>
                <a:schemeClr val="tx1"/>
              </a:buClr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5000"/>
              </a:spcAft>
              <a:buClr>
                <a:schemeClr val="tx1"/>
              </a:buClr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5000"/>
              </a:spcAft>
              <a:buClr>
                <a:schemeClr val="tx1"/>
              </a:buClr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9pPr>
          </a:lstStyle>
          <a:p>
            <a:pPr eaLnBrk="1" hangingPunct="1"/>
            <a:r>
              <a:rPr lang="en-US" altLang="en-US" sz="1000" smtClean="0">
                <a:solidFill>
                  <a:schemeClr val="tx1"/>
                </a:solidFill>
                <a:latin typeface="Calibri" panose="020F0502020204030204" pitchFamily="34" charset="0"/>
              </a:rPr>
              <a:t>©1992-2017 by Pearson Education, Inc. All Rights Reserved.</a:t>
            </a:r>
            <a:endParaRPr lang="en-US" altLang="en-US" sz="1000" dirty="0">
              <a:solidFill>
                <a:schemeClr val="tx1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316208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87" name="Rectangle 4"/>
          <p:cNvSpPr>
            <a:spLocks noGrp="1" noChangeArrowheads="1"/>
          </p:cNvSpPr>
          <p:nvPr>
            <p:ph idx="1"/>
          </p:nvPr>
        </p:nvSpPr>
        <p:spPr>
          <a:xfrm>
            <a:off x="609600" y="1481139"/>
            <a:ext cx="10972800" cy="1128514"/>
          </a:xfrm>
          <a:noFill/>
        </p:spPr>
        <p:txBody>
          <a:bodyPr wrap="square">
            <a:spAutoFit/>
          </a:bodyPr>
          <a:lstStyle/>
          <a:p>
            <a:pPr eaLnBrk="1" hangingPunct="1"/>
            <a:r>
              <a:rPr lang="en-US" altLang="en-US" sz="3200" dirty="0">
                <a:cs typeface="Times New Roman" panose="02020603050405020304" pitchFamily="18" charset="0"/>
              </a:rPr>
              <a:t>The </a:t>
            </a:r>
            <a:r>
              <a:rPr lang="en-US" altLang="en-US" sz="3200" b="1" dirty="0">
                <a:solidFill>
                  <a:srgbClr val="4D99FF"/>
                </a:solidFill>
                <a:cs typeface="Times New Roman" panose="02020603050405020304" pitchFamily="18" charset="0"/>
              </a:rPr>
              <a:t>arithmetic operators</a:t>
            </a:r>
            <a:r>
              <a:rPr lang="en-US" altLang="en-US" sz="3200" dirty="0">
                <a:cs typeface="Times New Roman" panose="02020603050405020304" pitchFamily="18" charset="0"/>
              </a:rPr>
              <a:t> are summarized in Fig.</a:t>
            </a:r>
            <a:r>
              <a:rPr lang="en-US" altLang="en-US" sz="3200" dirty="0">
                <a:latin typeface="Calibri" panose="020F0502020204030204" pitchFamily="34" charset="0"/>
                <a:cs typeface="Times New Roman" panose="02020603050405020304" pitchFamily="18" charset="0"/>
              </a:rPr>
              <a:t> </a:t>
            </a:r>
            <a:r>
              <a:rPr lang="en-US" altLang="en-US" sz="3200" dirty="0">
                <a:cs typeface="Times New Roman" panose="02020603050405020304" pitchFamily="18" charset="0"/>
              </a:rPr>
              <a:t>3.18.</a:t>
            </a:r>
          </a:p>
          <a:p>
            <a:pPr eaLnBrk="1" hangingPunct="1"/>
            <a:r>
              <a:rPr lang="en-US" altLang="en-US" sz="3200" dirty="0"/>
              <a:t>The arithmetic operators in Fig. 3.18 are binary operators. </a:t>
            </a:r>
            <a:r>
              <a:rPr lang="en-US" altLang="en-US" sz="3200" dirty="0">
                <a:cs typeface="Times New Roman" panose="02020603050405020304" pitchFamily="18" charset="0"/>
              </a:rPr>
              <a:t> </a:t>
            </a:r>
          </a:p>
        </p:txBody>
      </p:sp>
      <p:sp>
        <p:nvSpPr>
          <p:cNvPr id="10247" name="Rectangle 8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fontAlgn="auto">
              <a:spcAft>
                <a:spcPts val="0"/>
              </a:spcAft>
              <a:defRPr/>
            </a:pPr>
            <a:r>
              <a:rPr lang="en-US" smtClean="0"/>
              <a:t>3.8  </a:t>
            </a:r>
            <a:r>
              <a:rPr lang="en-US" altLang="ja-JP" smtClean="0"/>
              <a:t>Arithmetic</a:t>
            </a:r>
            <a:endParaRPr lang="en-US" smtClean="0"/>
          </a:p>
        </p:txBody>
      </p:sp>
      <p:sp>
        <p:nvSpPr>
          <p:cNvPr id="93188" name="Footer Placeholder 1"/>
          <p:cNvSpPr>
            <a:spLocks noGrp="1"/>
          </p:cNvSpPr>
          <p:nvPr>
            <p:ph type="ftr" sz="quarter" idx="1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0" hangingPunct="0"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1pPr>
            <a:lvl2pPr marL="742950" indent="-285750" eaLnBrk="0" hangingPunct="0"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2pPr>
            <a:lvl3pPr marL="1143000" indent="-228600" eaLnBrk="0" hangingPunct="0"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3pPr>
            <a:lvl4pPr marL="1600200" indent="-228600" eaLnBrk="0" hangingPunct="0"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4pPr>
            <a:lvl5pPr marL="2057400" indent="-228600" eaLnBrk="0" hangingPunct="0"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5000"/>
              </a:spcAft>
              <a:buClr>
                <a:schemeClr val="tx1"/>
              </a:buClr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5000"/>
              </a:spcAft>
              <a:buClr>
                <a:schemeClr val="tx1"/>
              </a:buClr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5000"/>
              </a:spcAft>
              <a:buClr>
                <a:schemeClr val="tx1"/>
              </a:buClr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5000"/>
              </a:spcAft>
              <a:buClr>
                <a:schemeClr val="tx1"/>
              </a:buClr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9pPr>
          </a:lstStyle>
          <a:p>
            <a:pPr eaLnBrk="1" hangingPunct="1"/>
            <a:r>
              <a:rPr lang="en-US" altLang="en-US" sz="1000" smtClean="0">
                <a:solidFill>
                  <a:schemeClr val="tx1"/>
                </a:solidFill>
                <a:latin typeface="Calibri" panose="020F0502020204030204" pitchFamily="34" charset="0"/>
              </a:rPr>
              <a:t>©1992-2017 by Pearson Education, Inc. All Rights Reserved.</a:t>
            </a:r>
            <a:endParaRPr lang="en-US" altLang="en-US" sz="1000" dirty="0">
              <a:solidFill>
                <a:schemeClr val="tx1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198420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shtp6_03_Page_45"/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31788"/>
            <a:ext cx="12192000" cy="6194425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©1992-2017 by Pearson Education, Inc. All Rights Reserved.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6835638"/>
      </p:ext>
    </p:extLst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235" name="Tex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228600" indent="-228600">
              <a:buFont typeface="Times New Roman" panose="02020603050405020304" pitchFamily="18" charset="0"/>
              <a:buChar char="•"/>
            </a:pPr>
            <a:r>
              <a:rPr lang="en-US" altLang="en-US" sz="3200" b="1" dirty="0">
                <a:solidFill>
                  <a:srgbClr val="4D99FF"/>
                </a:solidFill>
                <a:ea typeface="MS Mincho" pitchFamily="49" charset="-128"/>
              </a:rPr>
              <a:t>Integer division</a:t>
            </a:r>
            <a:r>
              <a:rPr lang="en-US" altLang="en-US" sz="3200" dirty="0">
                <a:solidFill>
                  <a:srgbClr val="000000"/>
                </a:solidFill>
                <a:ea typeface="MS Mincho" pitchFamily="49" charset="-128"/>
              </a:rPr>
              <a:t> yields an integer quotient—any fractional part in integer division is simply </a:t>
            </a:r>
            <a:r>
              <a:rPr lang="en-US" altLang="en-US" sz="3200" i="1" dirty="0">
                <a:solidFill>
                  <a:srgbClr val="000000"/>
                </a:solidFill>
                <a:ea typeface="MS Mincho" pitchFamily="49" charset="-128"/>
              </a:rPr>
              <a:t>truncated</a:t>
            </a:r>
            <a:r>
              <a:rPr lang="en-US" altLang="en-US" sz="3200" dirty="0">
                <a:solidFill>
                  <a:srgbClr val="000000"/>
                </a:solidFill>
                <a:ea typeface="MS Mincho" pitchFamily="49" charset="-128"/>
              </a:rPr>
              <a:t> (discarded)—</a:t>
            </a:r>
            <a:r>
              <a:rPr lang="en-US" altLang="en-US" sz="3200" i="1" dirty="0">
                <a:solidFill>
                  <a:srgbClr val="000000"/>
                </a:solidFill>
                <a:ea typeface="MS Mincho" pitchFamily="49" charset="-128"/>
              </a:rPr>
              <a:t>no rounding </a:t>
            </a:r>
            <a:r>
              <a:rPr lang="en-US" altLang="en-US" sz="3200" dirty="0">
                <a:solidFill>
                  <a:srgbClr val="000000"/>
                </a:solidFill>
                <a:ea typeface="MS Mincho" pitchFamily="49" charset="-128"/>
              </a:rPr>
              <a:t>occurs.</a:t>
            </a:r>
          </a:p>
          <a:p>
            <a:pPr marL="228600" indent="-228600">
              <a:buFont typeface="Times New Roman" panose="02020603050405020304" pitchFamily="18" charset="0"/>
              <a:buChar char="•"/>
            </a:pPr>
            <a:r>
              <a:rPr lang="en-US" altLang="ja-JP" sz="3200" dirty="0">
                <a:solidFill>
                  <a:srgbClr val="000000"/>
                </a:solidFill>
                <a:ea typeface="MS Mincho" pitchFamily="49" charset="-128"/>
              </a:rPr>
              <a:t>C# provides the remainder operator, </a:t>
            </a:r>
            <a:r>
              <a:rPr lang="en-US" altLang="ja-JP" sz="3200" dirty="0">
                <a:solidFill>
                  <a:srgbClr val="000000"/>
                </a:solidFill>
                <a:latin typeface="Consolas" panose="020B0609020204030204" pitchFamily="49" charset="0"/>
                <a:ea typeface="MS Mincho" pitchFamily="49" charset="-128"/>
                <a:cs typeface="Lucida Console" panose="020B0609040504020204" pitchFamily="49" charset="0"/>
              </a:rPr>
              <a:t>%</a:t>
            </a:r>
            <a:r>
              <a:rPr lang="en-US" altLang="ja-JP" sz="3200" dirty="0">
                <a:solidFill>
                  <a:srgbClr val="000000"/>
                </a:solidFill>
                <a:ea typeface="MS Mincho" pitchFamily="49" charset="-128"/>
              </a:rPr>
              <a:t>, which yields the remainder after division.</a:t>
            </a:r>
          </a:p>
          <a:p>
            <a:pPr marL="228600" indent="-228600">
              <a:buFont typeface="Times New Roman" panose="02020603050405020304" pitchFamily="18" charset="0"/>
              <a:buChar char="•"/>
            </a:pPr>
            <a:r>
              <a:rPr lang="en-US" altLang="en-US" sz="3200" dirty="0">
                <a:solidFill>
                  <a:srgbClr val="000000"/>
                </a:solidFill>
                <a:ea typeface="MS Mincho" pitchFamily="49" charset="-128"/>
              </a:rPr>
              <a:t>The remainder operator is most commonly used with integer operands but can also be used with </a:t>
            </a:r>
            <a:r>
              <a:rPr lang="en-US" altLang="en-US" sz="3200" dirty="0">
                <a:solidFill>
                  <a:srgbClr val="000000"/>
                </a:solidFill>
                <a:latin typeface="Consolas" panose="020B0609020204030204" pitchFamily="49" charset="0"/>
                <a:ea typeface="MS Mincho" pitchFamily="49" charset="-128"/>
              </a:rPr>
              <a:t>float</a:t>
            </a:r>
            <a:r>
              <a:rPr lang="en-US" altLang="en-US" sz="3200" dirty="0">
                <a:solidFill>
                  <a:srgbClr val="000000"/>
                </a:solidFill>
                <a:ea typeface="MS Mincho" pitchFamily="49" charset="-128"/>
              </a:rPr>
              <a:t>s, </a:t>
            </a:r>
            <a:r>
              <a:rPr lang="en-US" altLang="en-US" sz="3200" dirty="0">
                <a:solidFill>
                  <a:srgbClr val="000000"/>
                </a:solidFill>
                <a:latin typeface="Consolas" panose="020B0609020204030204" pitchFamily="49" charset="0"/>
                <a:ea typeface="MS Mincho" pitchFamily="49" charset="-128"/>
              </a:rPr>
              <a:t>double</a:t>
            </a:r>
            <a:r>
              <a:rPr lang="en-US" altLang="en-US" sz="3200" dirty="0">
                <a:solidFill>
                  <a:srgbClr val="000000"/>
                </a:solidFill>
                <a:ea typeface="MS Mincho" pitchFamily="49" charset="-128"/>
              </a:rPr>
              <a:t>s, and </a:t>
            </a:r>
            <a:r>
              <a:rPr lang="en-US" altLang="en-US" sz="3200" dirty="0">
                <a:solidFill>
                  <a:srgbClr val="000000"/>
                </a:solidFill>
                <a:latin typeface="Consolas" panose="020B0609020204030204" pitchFamily="49" charset="0"/>
                <a:ea typeface="MS Mincho" pitchFamily="49" charset="-128"/>
              </a:rPr>
              <a:t>decimal</a:t>
            </a:r>
            <a:r>
              <a:rPr lang="en-US" altLang="en-US" sz="3200" dirty="0">
                <a:solidFill>
                  <a:srgbClr val="000000"/>
                </a:solidFill>
                <a:ea typeface="MS Mincho" pitchFamily="49" charset="-128"/>
              </a:rPr>
              <a:t>s.</a:t>
            </a:r>
            <a:r>
              <a:rPr lang="en-US" altLang="ja-JP" sz="3200" dirty="0">
                <a:solidFill>
                  <a:srgbClr val="000000"/>
                </a:solidFill>
                <a:ea typeface="MS Mincho" pitchFamily="49" charset="-128"/>
              </a:rPr>
              <a:t>  </a:t>
            </a:r>
            <a:endParaRPr lang="en-US" altLang="en-US" sz="3200" dirty="0">
              <a:solidFill>
                <a:srgbClr val="000000"/>
              </a:solidFill>
              <a:ea typeface="MS Mincho" pitchFamily="49" charset="-128"/>
            </a:endParaRPr>
          </a:p>
        </p:txBody>
      </p:sp>
      <p:sp>
        <p:nvSpPr>
          <p:cNvPr id="13312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fontAlgn="auto">
              <a:spcAft>
                <a:spcPts val="0"/>
              </a:spcAft>
              <a:defRPr/>
            </a:pPr>
            <a:r>
              <a:rPr lang="en-US" smtClean="0"/>
              <a:t>3.8  </a:t>
            </a:r>
            <a:r>
              <a:rPr lang="en-US" altLang="ja-JP" smtClean="0"/>
              <a:t>Arithmetic (Cont.) </a:t>
            </a:r>
            <a:endParaRPr lang="en-US" smtClean="0"/>
          </a:p>
        </p:txBody>
      </p:sp>
      <p:sp>
        <p:nvSpPr>
          <p:cNvPr id="95236" name="Footer Placeholder 1"/>
          <p:cNvSpPr>
            <a:spLocks noGrp="1"/>
          </p:cNvSpPr>
          <p:nvPr>
            <p:ph type="ftr" sz="quarter" idx="1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0" hangingPunct="0"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1pPr>
            <a:lvl2pPr marL="742950" indent="-285750" eaLnBrk="0" hangingPunct="0"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2pPr>
            <a:lvl3pPr marL="1143000" indent="-228600" eaLnBrk="0" hangingPunct="0"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3pPr>
            <a:lvl4pPr marL="1600200" indent="-228600" eaLnBrk="0" hangingPunct="0"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4pPr>
            <a:lvl5pPr marL="2057400" indent="-228600" eaLnBrk="0" hangingPunct="0"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5000"/>
              </a:spcAft>
              <a:buClr>
                <a:schemeClr val="tx1"/>
              </a:buClr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5000"/>
              </a:spcAft>
              <a:buClr>
                <a:schemeClr val="tx1"/>
              </a:buClr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5000"/>
              </a:spcAft>
              <a:buClr>
                <a:schemeClr val="tx1"/>
              </a:buClr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5000"/>
              </a:spcAft>
              <a:buClr>
                <a:schemeClr val="tx1"/>
              </a:buClr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9pPr>
          </a:lstStyle>
          <a:p>
            <a:pPr eaLnBrk="1" hangingPunct="1"/>
            <a:r>
              <a:rPr lang="en-US" altLang="en-US" sz="1000" smtClean="0">
                <a:solidFill>
                  <a:schemeClr val="tx1"/>
                </a:solidFill>
                <a:latin typeface="Calibri" panose="020F0502020204030204" pitchFamily="34" charset="0"/>
              </a:rPr>
              <a:t>©1992-2017 by Pearson Education, Inc. All Rights Reserved.</a:t>
            </a:r>
            <a:endParaRPr lang="en-US" altLang="en-US" sz="1000" dirty="0">
              <a:solidFill>
                <a:schemeClr val="tx1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609817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259" name="Tex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228600" indent="-228600">
              <a:buFont typeface="Times New Roman" panose="02020603050405020304" pitchFamily="18" charset="0"/>
              <a:buChar char="•"/>
            </a:pPr>
            <a:r>
              <a:rPr lang="en-US" sz="3200" dirty="0"/>
              <a:t>Arithmetic expressions must be written in </a:t>
            </a:r>
            <a:r>
              <a:rPr lang="en-US" sz="3200" b="1" dirty="0"/>
              <a:t>straight-line form</a:t>
            </a:r>
            <a:r>
              <a:rPr lang="en-US" sz="3200" dirty="0"/>
              <a:t> to facilitate entering an app’s code into the computer. </a:t>
            </a:r>
            <a:endParaRPr lang="en-US" sz="3200" dirty="0" smtClean="0"/>
          </a:p>
          <a:p>
            <a:pPr marL="484188" lvl="1">
              <a:buFont typeface="Times New Roman" panose="02020603050405020304" pitchFamily="18" charset="0"/>
              <a:buChar char="•"/>
            </a:pPr>
            <a:r>
              <a:rPr lang="en-US" sz="2800" dirty="0"/>
              <a:t>E</a:t>
            </a:r>
            <a:r>
              <a:rPr lang="en-US" sz="2800" dirty="0" smtClean="0"/>
              <a:t>xpressions </a:t>
            </a:r>
            <a:r>
              <a:rPr lang="en-US" sz="2800" dirty="0"/>
              <a:t>such as “a divided by b” must be written as a / b in a straight line. </a:t>
            </a:r>
            <a:endParaRPr lang="en-US" altLang="en-US" sz="2800" dirty="0" smtClean="0">
              <a:solidFill>
                <a:srgbClr val="000000"/>
              </a:solidFill>
              <a:ea typeface="MS Mincho" pitchFamily="49" charset="-128"/>
            </a:endParaRPr>
          </a:p>
          <a:p>
            <a:pPr marL="228600" indent="-228600">
              <a:buFont typeface="Times New Roman" panose="02020603050405020304" pitchFamily="18" charset="0"/>
              <a:buChar char="•"/>
            </a:pPr>
            <a:r>
              <a:rPr lang="en-US" altLang="en-US" sz="3200" dirty="0" smtClean="0">
                <a:solidFill>
                  <a:srgbClr val="000000"/>
                </a:solidFill>
                <a:ea typeface="MS Mincho" pitchFamily="49" charset="-128"/>
              </a:rPr>
              <a:t>Parentheses </a:t>
            </a:r>
            <a:r>
              <a:rPr lang="en-US" altLang="en-US" sz="3200" dirty="0">
                <a:solidFill>
                  <a:srgbClr val="000000"/>
                </a:solidFill>
                <a:ea typeface="MS Mincho" pitchFamily="49" charset="-128"/>
              </a:rPr>
              <a:t>are used to group terms in C# expressions in the same manner as in algebraic expressions. </a:t>
            </a:r>
          </a:p>
          <a:p>
            <a:pPr marL="228600" indent="-228600">
              <a:buFont typeface="Times New Roman" panose="02020603050405020304" pitchFamily="18" charset="0"/>
              <a:buChar char="•"/>
            </a:pPr>
            <a:r>
              <a:rPr lang="en-US" altLang="ja-JP" sz="3200" dirty="0">
                <a:solidFill>
                  <a:srgbClr val="000000"/>
                </a:solidFill>
                <a:ea typeface="MS Mincho" pitchFamily="49" charset="-128"/>
              </a:rPr>
              <a:t>If an expression contains </a:t>
            </a:r>
            <a:r>
              <a:rPr lang="en-US" altLang="ja-JP" sz="3200" b="1" dirty="0">
                <a:solidFill>
                  <a:srgbClr val="4D99FF"/>
                </a:solidFill>
                <a:ea typeface="MS Mincho" pitchFamily="49" charset="-128"/>
              </a:rPr>
              <a:t>nested parentheses</a:t>
            </a:r>
            <a:r>
              <a:rPr lang="en-US" altLang="ja-JP" sz="3200" dirty="0">
                <a:solidFill>
                  <a:srgbClr val="000000"/>
                </a:solidFill>
                <a:ea typeface="MS Mincho" pitchFamily="49" charset="-128"/>
              </a:rPr>
              <a:t>, the expression in the innermost set of parentheses is evaluated first.  </a:t>
            </a:r>
            <a:endParaRPr lang="en-US" altLang="en-US" sz="3200" dirty="0">
              <a:solidFill>
                <a:srgbClr val="000000"/>
              </a:solidFill>
              <a:ea typeface="MS Mincho" pitchFamily="49" charset="-128"/>
            </a:endParaRPr>
          </a:p>
        </p:txBody>
      </p:sp>
      <p:sp>
        <p:nvSpPr>
          <p:cNvPr id="13312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fontAlgn="auto">
              <a:spcAft>
                <a:spcPts val="0"/>
              </a:spcAft>
              <a:defRPr/>
            </a:pPr>
            <a:r>
              <a:rPr lang="en-US" smtClean="0"/>
              <a:t>3.8  </a:t>
            </a:r>
            <a:r>
              <a:rPr lang="en-US" altLang="ja-JP" smtClean="0"/>
              <a:t>Arithmetic (Cont.) </a:t>
            </a:r>
            <a:endParaRPr lang="en-US" smtClean="0"/>
          </a:p>
        </p:txBody>
      </p:sp>
      <p:sp>
        <p:nvSpPr>
          <p:cNvPr id="96260" name="Footer Placeholder 1"/>
          <p:cNvSpPr>
            <a:spLocks noGrp="1"/>
          </p:cNvSpPr>
          <p:nvPr>
            <p:ph type="ftr" sz="quarter" idx="1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0" hangingPunct="0"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1pPr>
            <a:lvl2pPr marL="742950" indent="-285750" eaLnBrk="0" hangingPunct="0"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2pPr>
            <a:lvl3pPr marL="1143000" indent="-228600" eaLnBrk="0" hangingPunct="0"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3pPr>
            <a:lvl4pPr marL="1600200" indent="-228600" eaLnBrk="0" hangingPunct="0"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4pPr>
            <a:lvl5pPr marL="2057400" indent="-228600" eaLnBrk="0" hangingPunct="0"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5000"/>
              </a:spcAft>
              <a:buClr>
                <a:schemeClr val="tx1"/>
              </a:buClr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5000"/>
              </a:spcAft>
              <a:buClr>
                <a:schemeClr val="tx1"/>
              </a:buClr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5000"/>
              </a:spcAft>
              <a:buClr>
                <a:schemeClr val="tx1"/>
              </a:buClr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5000"/>
              </a:spcAft>
              <a:buClr>
                <a:schemeClr val="tx1"/>
              </a:buClr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9pPr>
          </a:lstStyle>
          <a:p>
            <a:pPr eaLnBrk="1" hangingPunct="1"/>
            <a:r>
              <a:rPr lang="en-US" altLang="en-US" sz="1000" smtClean="0">
                <a:solidFill>
                  <a:schemeClr val="tx1"/>
                </a:solidFill>
                <a:latin typeface="Calibri" panose="020F0502020204030204" pitchFamily="34" charset="0"/>
              </a:rPr>
              <a:t>©1992-2017 by Pearson Education, Inc. All Rights Reserved.</a:t>
            </a:r>
            <a:endParaRPr lang="en-US" altLang="en-US" sz="1000" dirty="0">
              <a:solidFill>
                <a:schemeClr val="tx1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363747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499" name="Rectangle 4"/>
          <p:cNvSpPr>
            <a:spLocks noGrp="1" noChangeArrowheads="1"/>
          </p:cNvSpPr>
          <p:nvPr>
            <p:ph idx="1"/>
          </p:nvPr>
        </p:nvSpPr>
        <p:spPr>
          <a:xfrm>
            <a:off x="609601" y="1481139"/>
            <a:ext cx="11149262" cy="3098284"/>
          </a:xfrm>
        </p:spPr>
        <p:txBody>
          <a:bodyPr wrap="square">
            <a:spAutoFit/>
          </a:bodyPr>
          <a:lstStyle/>
          <a:p>
            <a:pPr eaLnBrk="1" hangingPunct="1">
              <a:defRPr/>
            </a:pPr>
            <a:r>
              <a:rPr lang="en-US" sz="3200" dirty="0">
                <a:cs typeface="Times New Roman" pitchFamily="18" charset="0"/>
              </a:rPr>
              <a:t>Arithmetic operators are evaluated according to the </a:t>
            </a:r>
            <a:r>
              <a:rPr lang="en-US" sz="3200" b="1" dirty="0">
                <a:solidFill>
                  <a:srgbClr val="4D99FF"/>
                </a:solidFill>
                <a:cs typeface="Times New Roman" pitchFamily="18" charset="0"/>
              </a:rPr>
              <a:t>rules</a:t>
            </a:r>
            <a:br>
              <a:rPr lang="en-US" sz="3200" b="1" dirty="0">
                <a:solidFill>
                  <a:srgbClr val="4D99FF"/>
                </a:solidFill>
                <a:cs typeface="Times New Roman" pitchFamily="18" charset="0"/>
              </a:rPr>
            </a:br>
            <a:r>
              <a:rPr lang="en-US" sz="3200" b="1" dirty="0">
                <a:solidFill>
                  <a:srgbClr val="4D99FF"/>
                </a:solidFill>
                <a:cs typeface="Times New Roman" pitchFamily="18" charset="0"/>
              </a:rPr>
              <a:t>of operator precedence</a:t>
            </a:r>
            <a:r>
              <a:rPr lang="en-US" sz="3200" b="1" dirty="0">
                <a:cs typeface="Times New Roman" pitchFamily="18" charset="0"/>
              </a:rPr>
              <a:t>,</a:t>
            </a:r>
            <a:r>
              <a:rPr lang="en-US" sz="3200" dirty="0">
                <a:cs typeface="Times New Roman" pitchFamily="18" charset="0"/>
              </a:rPr>
              <a:t> which are generally the same as those followed in algebra (Fig.</a:t>
            </a:r>
            <a:r>
              <a:rPr lang="en-US" sz="3200" dirty="0">
                <a:latin typeface="Calibri" panose="020F0502020204030204" pitchFamily="34" charset="0"/>
                <a:cs typeface="Times New Roman" pitchFamily="18" charset="0"/>
              </a:rPr>
              <a:t> </a:t>
            </a:r>
            <a:r>
              <a:rPr lang="en-US" sz="3200" dirty="0">
                <a:cs typeface="Times New Roman" pitchFamily="18" charset="0"/>
              </a:rPr>
              <a:t>3.19). </a:t>
            </a:r>
          </a:p>
          <a:p>
            <a:pPr eaLnBrk="1" hangingPunct="1">
              <a:defRPr/>
            </a:pPr>
            <a:r>
              <a:rPr lang="en-US" sz="3200" dirty="0">
                <a:ea typeface="MS Mincho" pitchFamily="49" charset="-128"/>
              </a:rPr>
              <a:t>As in algebra, it is acceptable to place unnecessary (</a:t>
            </a:r>
            <a:r>
              <a:rPr lang="en-US" sz="3200" b="1" dirty="0">
                <a:solidFill>
                  <a:srgbClr val="4D99FF"/>
                </a:solidFill>
                <a:ea typeface="MS Mincho" pitchFamily="49" charset="-128"/>
              </a:rPr>
              <a:t>redundant</a:t>
            </a:r>
            <a:r>
              <a:rPr lang="en-US" sz="3200" dirty="0">
                <a:ea typeface="MS Mincho" pitchFamily="49" charset="-128"/>
              </a:rPr>
              <a:t>) parentheses in an ex­pression to make the expression clearer.</a:t>
            </a:r>
          </a:p>
        </p:txBody>
      </p:sp>
      <p:sp>
        <p:nvSpPr>
          <p:cNvPr id="11270" name="Rectangle 7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fontAlgn="auto">
              <a:spcAft>
                <a:spcPts val="0"/>
              </a:spcAft>
              <a:defRPr/>
            </a:pPr>
            <a:r>
              <a:rPr lang="en-US" smtClean="0"/>
              <a:t>3.8  </a:t>
            </a:r>
            <a:r>
              <a:rPr lang="en-US" altLang="ja-JP" smtClean="0"/>
              <a:t>Arithmetic (Cont.) </a:t>
            </a:r>
            <a:endParaRPr lang="en-US" smtClean="0"/>
          </a:p>
        </p:txBody>
      </p:sp>
      <p:sp>
        <p:nvSpPr>
          <p:cNvPr id="97284" name="Footer Placeholder 1"/>
          <p:cNvSpPr>
            <a:spLocks noGrp="1"/>
          </p:cNvSpPr>
          <p:nvPr>
            <p:ph type="ftr" sz="quarter" idx="1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0" hangingPunct="0"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1pPr>
            <a:lvl2pPr marL="742950" indent="-285750" eaLnBrk="0" hangingPunct="0"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2pPr>
            <a:lvl3pPr marL="1143000" indent="-228600" eaLnBrk="0" hangingPunct="0"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3pPr>
            <a:lvl4pPr marL="1600200" indent="-228600" eaLnBrk="0" hangingPunct="0"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4pPr>
            <a:lvl5pPr marL="2057400" indent="-228600" eaLnBrk="0" hangingPunct="0"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5000"/>
              </a:spcAft>
              <a:buClr>
                <a:schemeClr val="tx1"/>
              </a:buClr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5000"/>
              </a:spcAft>
              <a:buClr>
                <a:schemeClr val="tx1"/>
              </a:buClr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5000"/>
              </a:spcAft>
              <a:buClr>
                <a:schemeClr val="tx1"/>
              </a:buClr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5000"/>
              </a:spcAft>
              <a:buClr>
                <a:schemeClr val="tx1"/>
              </a:buClr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9pPr>
          </a:lstStyle>
          <a:p>
            <a:pPr eaLnBrk="1" hangingPunct="1"/>
            <a:r>
              <a:rPr lang="en-US" altLang="en-US" sz="1000" smtClean="0">
                <a:solidFill>
                  <a:schemeClr val="tx1"/>
                </a:solidFill>
                <a:latin typeface="Calibri" panose="020F0502020204030204" pitchFamily="34" charset="0"/>
              </a:rPr>
              <a:t>©1992-2017 by Pearson Education, Inc. All Rights Reserved.</a:t>
            </a:r>
            <a:endParaRPr lang="en-US" altLang="en-US" sz="1000" dirty="0">
              <a:solidFill>
                <a:schemeClr val="tx1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130843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shtp6_03_Page_46"/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00075"/>
            <a:ext cx="12192000" cy="5657850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©1992-2017 by Pearson Education, Inc. All Rights Reserved.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11766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shtp6_03_Page_47"/>
          <p:cNvPicPr>
            <a:picLocks noGrp="1" noChangeAspect="1"/>
          </p:cNvPicPr>
          <p:nvPr isPhoto="1"/>
        </p:nvPicPr>
        <p:blipFill>
          <a:blip r:embed="rId2" cstate="print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52575" y="0"/>
            <a:ext cx="908685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©1992-2017 by Pearson Education, Inc. All Rights Reserved.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79524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355" name="Rectangle 4"/>
          <p:cNvSpPr>
            <a:spLocks noGrp="1" noChangeArrowheads="1"/>
          </p:cNvSpPr>
          <p:nvPr>
            <p:ph idx="1"/>
          </p:nvPr>
        </p:nvSpPr>
        <p:spPr>
          <a:xfrm>
            <a:off x="609600" y="1481139"/>
            <a:ext cx="10972800" cy="2605842"/>
          </a:xfrm>
          <a:noFill/>
        </p:spPr>
        <p:txBody>
          <a:bodyPr wrap="square">
            <a:spAutoFit/>
          </a:bodyPr>
          <a:lstStyle/>
          <a:p>
            <a:pPr eaLnBrk="1" hangingPunct="1"/>
            <a:r>
              <a:rPr lang="en-US" altLang="en-US" sz="3200" dirty="0">
                <a:cs typeface="Times New Roman" panose="02020603050405020304" pitchFamily="18" charset="0"/>
              </a:rPr>
              <a:t>A </a:t>
            </a:r>
            <a:r>
              <a:rPr lang="en-US" altLang="en-US" sz="3200" b="1" dirty="0">
                <a:solidFill>
                  <a:srgbClr val="4D99FF"/>
                </a:solidFill>
                <a:cs typeface="Times New Roman" panose="02020603050405020304" pitchFamily="18" charset="0"/>
              </a:rPr>
              <a:t>condition</a:t>
            </a:r>
            <a:r>
              <a:rPr lang="en-US" altLang="en-US" sz="3200" dirty="0">
                <a:cs typeface="Times New Roman" panose="02020603050405020304" pitchFamily="18" charset="0"/>
              </a:rPr>
              <a:t> is an expression that can be either </a:t>
            </a:r>
            <a:r>
              <a:rPr lang="en-US" altLang="en-US" sz="3200" b="1" dirty="0">
                <a:solidFill>
                  <a:srgbClr val="4D99FF"/>
                </a:solidFill>
                <a:cs typeface="Times New Roman" panose="02020603050405020304" pitchFamily="18" charset="0"/>
              </a:rPr>
              <a:t>true</a:t>
            </a:r>
            <a:r>
              <a:rPr lang="en-US" altLang="en-US" sz="3200" dirty="0">
                <a:cs typeface="Times New Roman" panose="02020603050405020304" pitchFamily="18" charset="0"/>
              </a:rPr>
              <a:t> or </a:t>
            </a:r>
            <a:r>
              <a:rPr lang="en-US" altLang="en-US" sz="3200" b="1" dirty="0">
                <a:solidFill>
                  <a:srgbClr val="4D99FF"/>
                </a:solidFill>
                <a:cs typeface="Times New Roman" panose="02020603050405020304" pitchFamily="18" charset="0"/>
              </a:rPr>
              <a:t>false</a:t>
            </a:r>
            <a:r>
              <a:rPr lang="en-US" altLang="en-US" sz="3200" dirty="0">
                <a:cs typeface="Times New Roman" panose="02020603050405020304" pitchFamily="18" charset="0"/>
              </a:rPr>
              <a:t>.</a:t>
            </a:r>
          </a:p>
          <a:p>
            <a:pPr eaLnBrk="1" hangingPunct="1"/>
            <a:r>
              <a:rPr lang="en-US" altLang="en-US" sz="3200" dirty="0">
                <a:cs typeface="Times New Roman" panose="02020603050405020304" pitchFamily="18" charset="0"/>
              </a:rPr>
              <a:t>Conditions can be formed using the </a:t>
            </a:r>
            <a:r>
              <a:rPr lang="en-US" altLang="en-US" sz="3200" b="1" dirty="0">
                <a:solidFill>
                  <a:srgbClr val="4D99FF"/>
                </a:solidFill>
                <a:cs typeface="Times New Roman" panose="02020603050405020304" pitchFamily="18" charset="0"/>
              </a:rPr>
              <a:t>equality operators</a:t>
            </a:r>
            <a:r>
              <a:rPr lang="en-US" altLang="en-US" sz="3200" dirty="0">
                <a:cs typeface="Times New Roman" panose="02020603050405020304" pitchFamily="18" charset="0"/>
              </a:rPr>
              <a:t> (</a:t>
            </a:r>
            <a:r>
              <a:rPr lang="en-US" altLang="en-US" sz="3200" b="1" dirty="0">
                <a:solidFill>
                  <a:srgbClr val="4D99FF"/>
                </a:solidFill>
                <a:latin typeface="Consolas" panose="020B0609020204030204" pitchFamily="49" charset="0"/>
                <a:cs typeface="Times New Roman" panose="02020603050405020304" pitchFamily="18" charset="0"/>
              </a:rPr>
              <a:t>==</a:t>
            </a:r>
            <a:r>
              <a:rPr lang="en-US" altLang="en-US" sz="3200" dirty="0">
                <a:cs typeface="Times New Roman" panose="02020603050405020304" pitchFamily="18" charset="0"/>
              </a:rPr>
              <a:t> and </a:t>
            </a:r>
            <a:r>
              <a:rPr lang="en-US" altLang="en-US" sz="3200" b="1" dirty="0">
                <a:solidFill>
                  <a:srgbClr val="4D99FF"/>
                </a:solidFill>
                <a:latin typeface="Consolas" panose="020B0609020204030204" pitchFamily="49" charset="0"/>
                <a:cs typeface="Times New Roman" panose="02020603050405020304" pitchFamily="18" charset="0"/>
              </a:rPr>
              <a:t>!=</a:t>
            </a:r>
            <a:r>
              <a:rPr lang="en-US" altLang="en-US" sz="3200" dirty="0">
                <a:cs typeface="Times New Roman" panose="02020603050405020304" pitchFamily="18" charset="0"/>
              </a:rPr>
              <a:t>) and </a:t>
            </a:r>
            <a:r>
              <a:rPr lang="en-US" altLang="en-US" sz="3200" b="1" dirty="0">
                <a:solidFill>
                  <a:srgbClr val="4D99FF"/>
                </a:solidFill>
                <a:cs typeface="Times New Roman" panose="02020603050405020304" pitchFamily="18" charset="0"/>
              </a:rPr>
              <a:t>relational operators</a:t>
            </a:r>
            <a:r>
              <a:rPr lang="en-US" altLang="en-US" sz="3200" dirty="0">
                <a:cs typeface="Times New Roman" panose="02020603050405020304" pitchFamily="18" charset="0"/>
              </a:rPr>
              <a:t> (</a:t>
            </a:r>
            <a:r>
              <a:rPr lang="en-US" altLang="en-US" sz="3200" b="1" dirty="0">
                <a:solidFill>
                  <a:srgbClr val="4D99FF"/>
                </a:solidFill>
                <a:latin typeface="Consolas" panose="020B0609020204030204" pitchFamily="49" charset="0"/>
                <a:cs typeface="Times New Roman" panose="02020603050405020304" pitchFamily="18" charset="0"/>
              </a:rPr>
              <a:t>&gt;</a:t>
            </a:r>
            <a:r>
              <a:rPr lang="en-US" altLang="en-US" sz="3200" dirty="0">
                <a:cs typeface="Times New Roman" panose="02020603050405020304" pitchFamily="18" charset="0"/>
              </a:rPr>
              <a:t>, </a:t>
            </a:r>
            <a:r>
              <a:rPr lang="en-US" altLang="en-US" sz="3200" b="1" dirty="0">
                <a:solidFill>
                  <a:srgbClr val="4D99FF"/>
                </a:solidFill>
                <a:latin typeface="Consolas" panose="020B0609020204030204" pitchFamily="49" charset="0"/>
                <a:cs typeface="Times New Roman" panose="02020603050405020304" pitchFamily="18" charset="0"/>
              </a:rPr>
              <a:t>&lt;</a:t>
            </a:r>
            <a:r>
              <a:rPr lang="en-US" altLang="en-US" sz="3200" dirty="0">
                <a:cs typeface="Times New Roman" panose="02020603050405020304" pitchFamily="18" charset="0"/>
              </a:rPr>
              <a:t>, </a:t>
            </a:r>
            <a:r>
              <a:rPr lang="en-US" altLang="en-US" sz="3200" b="1" dirty="0">
                <a:solidFill>
                  <a:srgbClr val="4D99FF"/>
                </a:solidFill>
                <a:latin typeface="Consolas" panose="020B0609020204030204" pitchFamily="49" charset="0"/>
                <a:cs typeface="Times New Roman" panose="02020603050405020304" pitchFamily="18" charset="0"/>
              </a:rPr>
              <a:t>&gt;=</a:t>
            </a:r>
            <a:r>
              <a:rPr lang="en-US" altLang="en-US" sz="3200" dirty="0">
                <a:cs typeface="Times New Roman" panose="02020603050405020304" pitchFamily="18" charset="0"/>
              </a:rPr>
              <a:t> and </a:t>
            </a:r>
            <a:r>
              <a:rPr lang="en-US" altLang="en-US" sz="3200" b="1" dirty="0">
                <a:solidFill>
                  <a:srgbClr val="4D99FF"/>
                </a:solidFill>
                <a:latin typeface="Consolas" panose="020B0609020204030204" pitchFamily="49" charset="0"/>
                <a:cs typeface="Times New Roman" panose="02020603050405020304" pitchFamily="18" charset="0"/>
              </a:rPr>
              <a:t>&lt;=</a:t>
            </a:r>
            <a:r>
              <a:rPr lang="en-US" altLang="en-US" sz="3200" dirty="0">
                <a:cs typeface="Times New Roman" panose="02020603050405020304" pitchFamily="18" charset="0"/>
              </a:rPr>
              <a:t>) summarized in Fig.</a:t>
            </a:r>
            <a:r>
              <a:rPr lang="en-US" altLang="en-US" sz="3200" dirty="0">
                <a:latin typeface="Calibri" panose="020F0502020204030204" pitchFamily="34" charset="0"/>
                <a:cs typeface="Times New Roman" panose="02020603050405020304" pitchFamily="18" charset="0"/>
              </a:rPr>
              <a:t> </a:t>
            </a:r>
            <a:r>
              <a:rPr lang="en-US" altLang="en-US" sz="3200" dirty="0">
                <a:cs typeface="Times New Roman" panose="02020603050405020304" pitchFamily="18" charset="0"/>
              </a:rPr>
              <a:t>3.21. </a:t>
            </a:r>
          </a:p>
        </p:txBody>
      </p:sp>
      <p:sp>
        <p:nvSpPr>
          <p:cNvPr id="12292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fontAlgn="auto">
              <a:spcAft>
                <a:spcPts val="0"/>
              </a:spcAft>
              <a:defRPr/>
            </a:pPr>
            <a:r>
              <a:rPr lang="en-US" smtClean="0"/>
              <a:t>3.9  Decision Making: Equality and Relational Operators </a:t>
            </a:r>
          </a:p>
        </p:txBody>
      </p:sp>
      <p:sp>
        <p:nvSpPr>
          <p:cNvPr id="100356" name="Footer Placeholder 1"/>
          <p:cNvSpPr>
            <a:spLocks noGrp="1"/>
          </p:cNvSpPr>
          <p:nvPr>
            <p:ph type="ftr" sz="quarter" idx="1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0" hangingPunct="0"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1pPr>
            <a:lvl2pPr marL="742950" indent="-285750" eaLnBrk="0" hangingPunct="0"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2pPr>
            <a:lvl3pPr marL="1143000" indent="-228600" eaLnBrk="0" hangingPunct="0"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3pPr>
            <a:lvl4pPr marL="1600200" indent="-228600" eaLnBrk="0" hangingPunct="0"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4pPr>
            <a:lvl5pPr marL="2057400" indent="-228600" eaLnBrk="0" hangingPunct="0"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5000"/>
              </a:spcAft>
              <a:buClr>
                <a:schemeClr val="tx1"/>
              </a:buClr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5000"/>
              </a:spcAft>
              <a:buClr>
                <a:schemeClr val="tx1"/>
              </a:buClr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5000"/>
              </a:spcAft>
              <a:buClr>
                <a:schemeClr val="tx1"/>
              </a:buClr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5000"/>
              </a:spcAft>
              <a:buClr>
                <a:schemeClr val="tx1"/>
              </a:buClr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9pPr>
          </a:lstStyle>
          <a:p>
            <a:pPr eaLnBrk="1" hangingPunct="1"/>
            <a:r>
              <a:rPr lang="en-US" altLang="en-US" sz="1000" smtClean="0">
                <a:solidFill>
                  <a:schemeClr val="tx1"/>
                </a:solidFill>
                <a:latin typeface="Calibri" panose="020F0502020204030204" pitchFamily="34" charset="0"/>
              </a:rPr>
              <a:t>©1992-2017 by Pearson Education, Inc. All Rights Reserved.</a:t>
            </a:r>
            <a:endParaRPr lang="en-US" altLang="en-US" sz="1000" dirty="0">
              <a:solidFill>
                <a:schemeClr val="tx1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471181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shtp6_03_Page_48"/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66750"/>
            <a:ext cx="12192000" cy="5522913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©1992-2017 by Pearson Education, Inc. All Rights Reserved.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6283617"/>
      </p:ext>
    </p:extLst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shtp6_03_Page_49"/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5738" y="0"/>
            <a:ext cx="11818937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©1992-2017 by Pearson Education, Inc. All Rights Reserved.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4410870"/>
      </p:ext>
    </p:extLst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427" name="Rectangle 4"/>
          <p:cNvSpPr>
            <a:spLocks noGrp="1" noChangeArrowheads="1"/>
          </p:cNvSpPr>
          <p:nvPr>
            <p:ph idx="1"/>
          </p:nvPr>
        </p:nvSpPr>
        <p:spPr>
          <a:xfrm>
            <a:off x="609600" y="1481139"/>
            <a:ext cx="10972800" cy="1077218"/>
          </a:xfrm>
          <a:noFill/>
        </p:spPr>
        <p:txBody>
          <a:bodyPr wrap="square">
            <a:spAutoFit/>
          </a:bodyPr>
          <a:lstStyle/>
          <a:p>
            <a:pPr eaLnBrk="1" hangingPunct="1"/>
            <a:r>
              <a:rPr lang="en-US" altLang="en-US" sz="3200" dirty="0"/>
              <a:t>Figure 3.22 uses six </a:t>
            </a:r>
            <a:r>
              <a:rPr lang="en-US" altLang="en-US" sz="3200" b="1" dirty="0">
                <a:solidFill>
                  <a:srgbClr val="4D99FF"/>
                </a:solidFill>
                <a:latin typeface="Consolas" panose="020B0609020204030204" pitchFamily="49" charset="0"/>
              </a:rPr>
              <a:t>if</a:t>
            </a:r>
            <a:r>
              <a:rPr lang="en-US" altLang="en-US" sz="3200" b="1" dirty="0">
                <a:solidFill>
                  <a:srgbClr val="4D99FF"/>
                </a:solidFill>
              </a:rPr>
              <a:t> statements</a:t>
            </a:r>
            <a:r>
              <a:rPr lang="en-US" altLang="en-US" sz="3200" dirty="0"/>
              <a:t> to compare two integers entered by the user.</a:t>
            </a:r>
          </a:p>
        </p:txBody>
      </p:sp>
      <p:sp>
        <p:nvSpPr>
          <p:cNvPr id="12292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fontAlgn="auto">
              <a:spcAft>
                <a:spcPts val="0"/>
              </a:spcAft>
              <a:defRPr/>
            </a:pPr>
            <a:r>
              <a:rPr lang="en-US" smtClean="0"/>
              <a:t>3.9  Decision Making: Equality and Relational Operators </a:t>
            </a:r>
          </a:p>
        </p:txBody>
      </p:sp>
      <p:sp>
        <p:nvSpPr>
          <p:cNvPr id="103428" name="Footer Placeholder 1"/>
          <p:cNvSpPr>
            <a:spLocks noGrp="1"/>
          </p:cNvSpPr>
          <p:nvPr>
            <p:ph type="ftr" sz="quarter" idx="1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0" hangingPunct="0"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1pPr>
            <a:lvl2pPr marL="742950" indent="-285750" eaLnBrk="0" hangingPunct="0"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2pPr>
            <a:lvl3pPr marL="1143000" indent="-228600" eaLnBrk="0" hangingPunct="0"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3pPr>
            <a:lvl4pPr marL="1600200" indent="-228600" eaLnBrk="0" hangingPunct="0"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4pPr>
            <a:lvl5pPr marL="2057400" indent="-228600" eaLnBrk="0" hangingPunct="0"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5000"/>
              </a:spcAft>
              <a:buClr>
                <a:schemeClr val="tx1"/>
              </a:buClr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5000"/>
              </a:spcAft>
              <a:buClr>
                <a:schemeClr val="tx1"/>
              </a:buClr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5000"/>
              </a:spcAft>
              <a:buClr>
                <a:schemeClr val="tx1"/>
              </a:buClr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5000"/>
              </a:spcAft>
              <a:buClr>
                <a:schemeClr val="tx1"/>
              </a:buClr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9pPr>
          </a:lstStyle>
          <a:p>
            <a:pPr eaLnBrk="1" hangingPunct="1"/>
            <a:r>
              <a:rPr lang="en-US" altLang="en-US" sz="1000" smtClean="0">
                <a:solidFill>
                  <a:schemeClr val="tx1"/>
                </a:solidFill>
                <a:latin typeface="Calibri" panose="020F0502020204030204" pitchFamily="34" charset="0"/>
              </a:rPr>
              <a:t>©1992-2017 by Pearson Education, Inc. All Rights Reserved.</a:t>
            </a:r>
            <a:endParaRPr lang="en-US" altLang="en-US" sz="1000" dirty="0">
              <a:solidFill>
                <a:schemeClr val="tx1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717721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shtp6_03_Page_50"/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27138" y="0"/>
            <a:ext cx="9736137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©1992-2017 by Pearson Education, Inc. All Rights Reserved.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9760733"/>
      </p:ext>
    </p:extLst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shtp6_03_Page_51"/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5688" y="0"/>
            <a:ext cx="10079037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©1992-2017 by Pearson Education, Inc. All Rights Reserved.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8040351"/>
      </p:ext>
    </p:extLst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shtp6_03_Page_52"/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9163" y="0"/>
            <a:ext cx="10353675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©1992-2017 by Pearson Education, Inc. All Rights Reserved.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3728234"/>
      </p:ext>
    </p:extLst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shtp6_03_Page_53"/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543050"/>
            <a:ext cx="12192000" cy="3771900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©1992-2017 by Pearson Education, Inc. All Rights Reserved.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0600060"/>
      </p:ext>
    </p:extLst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523" name="Tex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228600" indent="-228600">
              <a:buFont typeface="Times New Roman" panose="02020603050405020304" pitchFamily="18" charset="0"/>
              <a:buChar char="•"/>
            </a:pPr>
            <a:r>
              <a:rPr lang="en-US" altLang="en-US" sz="3200" dirty="0">
                <a:solidFill>
                  <a:srgbClr val="000000"/>
                </a:solidFill>
                <a:ea typeface="MS Mincho" pitchFamily="49" charset="-128"/>
              </a:rPr>
              <a:t>If the condition in an </a:t>
            </a:r>
            <a:r>
              <a:rPr lang="en-US" altLang="en-US" sz="3200" dirty="0">
                <a:solidFill>
                  <a:srgbClr val="000000"/>
                </a:solidFill>
                <a:latin typeface="Consolas" panose="020B0609020204030204" pitchFamily="49" charset="0"/>
                <a:ea typeface="MS Mincho" pitchFamily="49" charset="-128"/>
                <a:cs typeface="Lucida Console" panose="020B0609040504020204" pitchFamily="49" charset="0"/>
              </a:rPr>
              <a:t>if</a:t>
            </a:r>
            <a:r>
              <a:rPr lang="en-US" altLang="en-US" sz="3200" dirty="0">
                <a:solidFill>
                  <a:srgbClr val="000000"/>
                </a:solidFill>
                <a:ea typeface="MS Mincho" pitchFamily="49" charset="-128"/>
              </a:rPr>
              <a:t> statement is true, the statement associated with that </a:t>
            </a:r>
            <a:r>
              <a:rPr lang="en-US" altLang="en-US" sz="3200" dirty="0">
                <a:solidFill>
                  <a:srgbClr val="000000"/>
                </a:solidFill>
                <a:latin typeface="Consolas" panose="020B0609020204030204" pitchFamily="49" charset="0"/>
                <a:ea typeface="MS Mincho" pitchFamily="49" charset="-128"/>
              </a:rPr>
              <a:t>if</a:t>
            </a:r>
            <a:r>
              <a:rPr lang="en-US" altLang="en-US" sz="3200" dirty="0">
                <a:solidFill>
                  <a:srgbClr val="000000"/>
                </a:solidFill>
                <a:ea typeface="MS Mincho" pitchFamily="49" charset="-128"/>
              </a:rPr>
              <a:t> statement executes.</a:t>
            </a:r>
          </a:p>
          <a:p>
            <a:pPr marL="228600" indent="-228600">
              <a:buFont typeface="Times New Roman" panose="02020603050405020304" pitchFamily="18" charset="0"/>
              <a:buChar char="•"/>
            </a:pPr>
            <a:r>
              <a:rPr lang="en-US" altLang="en-US" sz="3200" dirty="0">
                <a:solidFill>
                  <a:srgbClr val="000000"/>
                </a:solidFill>
                <a:ea typeface="MS Mincho" pitchFamily="49" charset="-128"/>
              </a:rPr>
              <a:t>An </a:t>
            </a:r>
            <a:r>
              <a:rPr lang="en-US" altLang="en-US" sz="3200" dirty="0">
                <a:solidFill>
                  <a:srgbClr val="000000"/>
                </a:solidFill>
                <a:latin typeface="Consolas" panose="020B0609020204030204" pitchFamily="49" charset="0"/>
                <a:ea typeface="MS Mincho" pitchFamily="49" charset="-128"/>
              </a:rPr>
              <a:t>if</a:t>
            </a:r>
            <a:r>
              <a:rPr lang="en-US" altLang="en-US" sz="3200" dirty="0">
                <a:solidFill>
                  <a:srgbClr val="000000"/>
                </a:solidFill>
                <a:ea typeface="MS Mincho" pitchFamily="49" charset="-128"/>
              </a:rPr>
              <a:t> statement always begins with keyword </a:t>
            </a:r>
            <a:r>
              <a:rPr lang="en-US" altLang="en-US" sz="3200" dirty="0">
                <a:solidFill>
                  <a:srgbClr val="000000"/>
                </a:solidFill>
                <a:latin typeface="Consolas" panose="020B0609020204030204" pitchFamily="49" charset="0"/>
                <a:ea typeface="MS Mincho" pitchFamily="49" charset="-128"/>
              </a:rPr>
              <a:t>if</a:t>
            </a:r>
            <a:r>
              <a:rPr lang="en-US" altLang="en-US" sz="3200" dirty="0">
                <a:solidFill>
                  <a:srgbClr val="000000"/>
                </a:solidFill>
                <a:ea typeface="MS Mincho" pitchFamily="49" charset="-128"/>
              </a:rPr>
              <a:t>, followed by a condition in parentheses.</a:t>
            </a:r>
          </a:p>
          <a:p>
            <a:pPr marL="228600" indent="-228600">
              <a:buFont typeface="Times New Roman" panose="02020603050405020304" pitchFamily="18" charset="0"/>
              <a:buChar char="•"/>
            </a:pPr>
            <a:r>
              <a:rPr lang="en-US" altLang="ja-JP" sz="3200" dirty="0">
                <a:solidFill>
                  <a:srgbClr val="000000"/>
                </a:solidFill>
                <a:ea typeface="MS Mincho" pitchFamily="49" charset="-128"/>
              </a:rPr>
              <a:t>An </a:t>
            </a:r>
            <a:r>
              <a:rPr lang="en-US" altLang="ja-JP" sz="3200" dirty="0">
                <a:solidFill>
                  <a:srgbClr val="000000"/>
                </a:solidFill>
                <a:latin typeface="Consolas" panose="020B0609020204030204" pitchFamily="49" charset="0"/>
                <a:ea typeface="MS Mincho" pitchFamily="49" charset="-128"/>
              </a:rPr>
              <a:t>if</a:t>
            </a:r>
            <a:r>
              <a:rPr lang="en-US" altLang="ja-JP" sz="3200" dirty="0">
                <a:solidFill>
                  <a:srgbClr val="000000"/>
                </a:solidFill>
                <a:ea typeface="MS Mincho" pitchFamily="49" charset="-128"/>
              </a:rPr>
              <a:t> statement expects one statement in its body.</a:t>
            </a:r>
            <a:r>
              <a:rPr lang="en-US" altLang="ja-JP" sz="3200" b="1" dirty="0">
                <a:solidFill>
                  <a:srgbClr val="4D99FF"/>
                </a:solidFill>
                <a:ea typeface="MS Mincho" pitchFamily="49" charset="-128"/>
              </a:rPr>
              <a:t> </a:t>
            </a:r>
            <a:endParaRPr lang="en-US" altLang="en-US" sz="3200" b="1" dirty="0">
              <a:solidFill>
                <a:srgbClr val="4D99FF"/>
              </a:solidFill>
              <a:ea typeface="MS Mincho" pitchFamily="49" charset="-128"/>
            </a:endParaRPr>
          </a:p>
        </p:txBody>
      </p:sp>
      <p:sp>
        <p:nvSpPr>
          <p:cNvPr id="146435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fontAlgn="auto">
              <a:spcAft>
                <a:spcPts val="0"/>
              </a:spcAft>
              <a:defRPr/>
            </a:pPr>
            <a:r>
              <a:rPr lang="en-US" smtClean="0"/>
              <a:t>3.9  </a:t>
            </a:r>
            <a:r>
              <a:rPr lang="en-US" altLang="ja-JP" smtClean="0"/>
              <a:t>Decision Making: Equality and Relational Operators (Cont.) </a:t>
            </a:r>
            <a:endParaRPr lang="en-US" smtClean="0"/>
          </a:p>
        </p:txBody>
      </p:sp>
      <p:sp>
        <p:nvSpPr>
          <p:cNvPr id="107524" name="Footer Placeholder 1"/>
          <p:cNvSpPr>
            <a:spLocks noGrp="1"/>
          </p:cNvSpPr>
          <p:nvPr>
            <p:ph type="ftr" sz="quarter" idx="1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0" hangingPunct="0"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1pPr>
            <a:lvl2pPr marL="742950" indent="-285750" eaLnBrk="0" hangingPunct="0"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2pPr>
            <a:lvl3pPr marL="1143000" indent="-228600" eaLnBrk="0" hangingPunct="0"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3pPr>
            <a:lvl4pPr marL="1600200" indent="-228600" eaLnBrk="0" hangingPunct="0"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4pPr>
            <a:lvl5pPr marL="2057400" indent="-228600" eaLnBrk="0" hangingPunct="0"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5000"/>
              </a:spcAft>
              <a:buClr>
                <a:schemeClr val="tx1"/>
              </a:buClr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5000"/>
              </a:spcAft>
              <a:buClr>
                <a:schemeClr val="tx1"/>
              </a:buClr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5000"/>
              </a:spcAft>
              <a:buClr>
                <a:schemeClr val="tx1"/>
              </a:buClr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5000"/>
              </a:spcAft>
              <a:buClr>
                <a:schemeClr val="tx1"/>
              </a:buClr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9pPr>
          </a:lstStyle>
          <a:p>
            <a:pPr eaLnBrk="1" hangingPunct="1"/>
            <a:r>
              <a:rPr lang="en-US" altLang="en-US" sz="1000" smtClean="0">
                <a:solidFill>
                  <a:schemeClr val="tx1"/>
                </a:solidFill>
                <a:latin typeface="Calibri" panose="020F0502020204030204" pitchFamily="34" charset="0"/>
              </a:rPr>
              <a:t>©1992-2017 by Pearson Education, Inc. All Rights Reserved.</a:t>
            </a:r>
            <a:endParaRPr lang="en-US" altLang="en-US" sz="1000" dirty="0">
              <a:solidFill>
                <a:schemeClr val="tx1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465754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shtp6_03_Page_54"/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044700"/>
            <a:ext cx="12192000" cy="2768600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©1992-2017 by Pearson Education, Inc. All Rights Reserved.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7418325"/>
      </p:ext>
    </p:extLst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shtp6_03_Page_55"/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68338"/>
            <a:ext cx="12192000" cy="5519737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©1992-2017 by Pearson Education, Inc. All Rights Reserved.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1499380"/>
      </p:ext>
    </p:extLst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shtp6_03_Page_56"/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17475"/>
            <a:ext cx="12192000" cy="6621463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©1992-2017 by Pearson Education, Inc. All Rights Reserved.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586744"/>
      </p:ext>
    </p:extLst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shtp6_03_Page_57"/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714375"/>
            <a:ext cx="12192000" cy="5429250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©1992-2017 by Pearson Education, Inc. All Rights Reserved.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4503545"/>
      </p:ext>
    </p:extLst>
  </p:cSld>
  <p:clrMapOvr>
    <a:masterClrMapping/>
  </p:clrMapOvr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715" name="Rectangle 4"/>
          <p:cNvSpPr>
            <a:spLocks noGrp="1" noChangeArrowheads="1"/>
          </p:cNvSpPr>
          <p:nvPr>
            <p:ph idx="1"/>
          </p:nvPr>
        </p:nvSpPr>
        <p:spPr>
          <a:xfrm>
            <a:off x="609599" y="1481138"/>
            <a:ext cx="11117179" cy="1569660"/>
          </a:xfrm>
          <a:noFill/>
        </p:spPr>
        <p:txBody>
          <a:bodyPr wrap="square">
            <a:spAutoFit/>
          </a:bodyPr>
          <a:lstStyle/>
          <a:p>
            <a:pPr eaLnBrk="1" hangingPunct="1"/>
            <a:r>
              <a:rPr lang="en-US" altLang="en-US" sz="3200" dirty="0" smtClean="0">
                <a:cs typeface="Times New Roman" panose="02020603050405020304" pitchFamily="18" charset="0"/>
              </a:rPr>
              <a:t>Figure</a:t>
            </a:r>
            <a:r>
              <a:rPr lang="en-US" altLang="en-US" sz="3200" dirty="0" smtClean="0">
                <a:latin typeface="Calibri" panose="020F0502020204030204" pitchFamily="34" charset="0"/>
                <a:cs typeface="Times New Roman" panose="02020603050405020304" pitchFamily="18" charset="0"/>
              </a:rPr>
              <a:t> </a:t>
            </a:r>
            <a:r>
              <a:rPr lang="en-US" altLang="en-US" sz="3200" dirty="0" smtClean="0">
                <a:cs typeface="Times New Roman" panose="02020603050405020304" pitchFamily="18" charset="0"/>
              </a:rPr>
              <a:t>3.23 shows the precedence of the operators introduced in this chapter from top to bottom in decreasing order of precedence. </a:t>
            </a:r>
          </a:p>
        </p:txBody>
      </p:sp>
      <p:sp>
        <p:nvSpPr>
          <p:cNvPr id="17412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fontAlgn="auto">
              <a:spcAft>
                <a:spcPts val="0"/>
              </a:spcAft>
              <a:defRPr/>
            </a:pPr>
            <a:r>
              <a:rPr lang="en-US" smtClean="0"/>
              <a:t>3.9  Decision Making: Equality and Relational Operators (Cont.)</a:t>
            </a:r>
          </a:p>
        </p:txBody>
      </p:sp>
      <p:sp>
        <p:nvSpPr>
          <p:cNvPr id="115716" name="Footer Placeholder 1"/>
          <p:cNvSpPr>
            <a:spLocks noGrp="1"/>
          </p:cNvSpPr>
          <p:nvPr>
            <p:ph type="ftr" sz="quarter" idx="1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0" hangingPunct="0"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1pPr>
            <a:lvl2pPr marL="742950" indent="-285750" eaLnBrk="0" hangingPunct="0"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2pPr>
            <a:lvl3pPr marL="1143000" indent="-228600" eaLnBrk="0" hangingPunct="0"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3pPr>
            <a:lvl4pPr marL="1600200" indent="-228600" eaLnBrk="0" hangingPunct="0"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4pPr>
            <a:lvl5pPr marL="2057400" indent="-228600" eaLnBrk="0" hangingPunct="0"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5000"/>
              </a:spcAft>
              <a:buClr>
                <a:schemeClr val="tx1"/>
              </a:buClr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5000"/>
              </a:spcAft>
              <a:buClr>
                <a:schemeClr val="tx1"/>
              </a:buClr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5000"/>
              </a:spcAft>
              <a:buClr>
                <a:schemeClr val="tx1"/>
              </a:buClr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5000"/>
              </a:spcAft>
              <a:buClr>
                <a:schemeClr val="tx1"/>
              </a:buClr>
              <a:defRPr sz="1600">
                <a:solidFill>
                  <a:srgbClr val="275AFF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9pPr>
          </a:lstStyle>
          <a:p>
            <a:pPr eaLnBrk="1" hangingPunct="1"/>
            <a:r>
              <a:rPr lang="en-US" altLang="en-US" sz="1000" smtClean="0">
                <a:solidFill>
                  <a:schemeClr val="tx1"/>
                </a:solidFill>
                <a:latin typeface="Calibri" panose="020F0502020204030204" pitchFamily="34" charset="0"/>
              </a:rPr>
              <a:t>©1992-2017 by Pearson Education, Inc. All Rights Reserved.</a:t>
            </a:r>
            <a:endParaRPr lang="en-US" altLang="en-US" sz="1000" dirty="0">
              <a:solidFill>
                <a:schemeClr val="tx1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129234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shtp6_03_Page_58"/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7175" y="0"/>
            <a:ext cx="1167765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©1992-2017 by Pearson Education, Inc. All Rights Reserved.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69106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shtp6_03_Page_59"/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46088"/>
            <a:ext cx="12192000" cy="5965825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©1992-2017 by Pearson Education, Inc. All Rights Reserved.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9223698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oncourse">
  <a:themeElements>
    <a:clrScheme name="Concourse">
      <a:dk1>
        <a:sysClr val="windowText" lastClr="000000"/>
      </a:dk1>
      <a:lt1>
        <a:sysClr val="window" lastClr="FFFFFF"/>
      </a:lt1>
      <a:dk2>
        <a:srgbClr val="464646"/>
      </a:dk2>
      <a:lt2>
        <a:srgbClr val="DEF5FA"/>
      </a:lt2>
      <a:accent1>
        <a:srgbClr val="2DA2BF"/>
      </a:accent1>
      <a:accent2>
        <a:srgbClr val="DA1F28"/>
      </a:accent2>
      <a:accent3>
        <a:srgbClr val="EB641B"/>
      </a:accent3>
      <a:accent4>
        <a:srgbClr val="39639D"/>
      </a:accent4>
      <a:accent5>
        <a:srgbClr val="474B78"/>
      </a:accent5>
      <a:accent6>
        <a:srgbClr val="7D3C4A"/>
      </a:accent6>
      <a:hlink>
        <a:srgbClr val="FF8119"/>
      </a:hlink>
      <a:folHlink>
        <a:srgbClr val="44B9E8"/>
      </a:folHlink>
    </a:clrScheme>
    <a:fontScheme name="Concourse">
      <a:majorFont>
        <a:latin typeface="Lucida Sans Unicode"/>
        <a:ea typeface=""/>
        <a:cs typeface=""/>
        <a:font script="Jpan" typeface="ＭＳ Ｐゴシック"/>
        <a:font script="Hang" typeface="맑은 고딕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Uigh" typeface="Microsoft Uighur"/>
      </a:majorFont>
      <a:minorFont>
        <a:latin typeface="Lucida Sans Unicode"/>
        <a:ea typeface=""/>
        <a:cs typeface=""/>
        <a:font script="Jpan" typeface="ＭＳ Ｐゴシック"/>
        <a:font script="Hang" typeface="맑은 고딕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Uigh" typeface="Microsoft Uighur"/>
      </a:minorFont>
    </a:fontScheme>
    <a:fmtScheme name="Concourse">
      <a:fillStyleLst>
        <a:solidFill>
          <a:schemeClr val="phClr"/>
        </a:solidFill>
        <a:gradFill rotWithShape="1">
          <a:gsLst>
            <a:gs pos="0">
              <a:schemeClr val="phClr">
                <a:tint val="62000"/>
                <a:satMod val="180000"/>
              </a:schemeClr>
            </a:gs>
            <a:gs pos="65000">
              <a:schemeClr val="phClr">
                <a:tint val="32000"/>
                <a:satMod val="250000"/>
              </a:schemeClr>
            </a:gs>
            <a:gs pos="100000">
              <a:schemeClr val="phClr">
                <a:tint val="23000"/>
                <a:satMod val="300000"/>
              </a:schemeClr>
            </a:gs>
          </a:gsLst>
          <a:lin ang="16200000" scaled="0"/>
        </a:gradFill>
        <a:gradFill rotWithShape="1">
          <a:gsLst>
            <a:gs pos="0">
              <a:schemeClr val="phClr">
                <a:shade val="15000"/>
                <a:satMod val="180000"/>
              </a:schemeClr>
            </a:gs>
            <a:gs pos="50000">
              <a:schemeClr val="phClr">
                <a:shade val="45000"/>
                <a:satMod val="170000"/>
              </a:schemeClr>
            </a:gs>
            <a:gs pos="70000">
              <a:schemeClr val="phClr">
                <a:tint val="99000"/>
                <a:shade val="65000"/>
                <a:satMod val="155000"/>
              </a:schemeClr>
            </a:gs>
            <a:gs pos="100000">
              <a:schemeClr val="phClr">
                <a:tint val="95500"/>
                <a:shade val="100000"/>
                <a:satMod val="15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55000" cap="flat" cmpd="thickThin" algn="ctr">
          <a:solidFill>
            <a:schemeClr val="phClr"/>
          </a:solidFill>
          <a:prstDash val="solid"/>
        </a:ln>
        <a:ln w="63500" cap="flat" cmpd="thickThin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45000"/>
              </a:srgbClr>
            </a:outerShdw>
          </a:effectLst>
          <a:scene3d>
            <a:camera prst="orthographicFront" fov="0">
              <a:rot lat="0" lon="0" rev="0"/>
            </a:camera>
            <a:lightRig rig="glow" dir="t">
              <a:rot lat="0" lon="0" rev="6360000"/>
            </a:lightRig>
          </a:scene3d>
          <a:sp3d contourW="1000" prstMaterial="flat">
            <a:bevelT w="95250" h="101600"/>
            <a:contourClr>
              <a:schemeClr val="phClr">
                <a:satMod val="30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55000"/>
                <a:satMod val="300000"/>
              </a:schemeClr>
            </a:gs>
            <a:gs pos="40000">
              <a:schemeClr val="phClr">
                <a:tint val="65000"/>
                <a:satMod val="300000"/>
              </a:schemeClr>
            </a:gs>
            <a:gs pos="100000">
              <a:schemeClr val="phClr">
                <a:shade val="65000"/>
                <a:satMod val="300000"/>
              </a:schemeClr>
            </a:gs>
          </a:gsLst>
          <a:path path="circle">
            <a:fillToRect l="65000" b="98000"/>
          </a:path>
        </a:gradFill>
        <a:blipFill>
          <a:blip xmlns:r="http://schemas.openxmlformats.org/officeDocument/2006/relationships" r:embed="rId1">
            <a:duotone>
              <a:schemeClr val="phClr">
                <a:shade val="60000"/>
                <a:satMod val="110000"/>
              </a:schemeClr>
              <a:schemeClr val="phClr">
                <a:tint val="95000"/>
              </a:schemeClr>
            </a:duotone>
          </a:blip>
          <a:tile tx="0" ty="0" sx="50000" sy="50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Concourse">
    <a:dk1>
      <a:sysClr val="windowText" lastClr="000000"/>
    </a:dk1>
    <a:lt1>
      <a:sysClr val="window" lastClr="FFFFFF"/>
    </a:lt1>
    <a:dk2>
      <a:srgbClr val="464646"/>
    </a:dk2>
    <a:lt2>
      <a:srgbClr val="DEF5FA"/>
    </a:lt2>
    <a:accent1>
      <a:srgbClr val="2DA2BF"/>
    </a:accent1>
    <a:accent2>
      <a:srgbClr val="DA1F28"/>
    </a:accent2>
    <a:accent3>
      <a:srgbClr val="EB641B"/>
    </a:accent3>
    <a:accent4>
      <a:srgbClr val="39639D"/>
    </a:accent4>
    <a:accent5>
      <a:srgbClr val="474B78"/>
    </a:accent5>
    <a:accent6>
      <a:srgbClr val="7D3C4A"/>
    </a:accent6>
    <a:hlink>
      <a:srgbClr val="FF8119"/>
    </a:hlink>
    <a:folHlink>
      <a:srgbClr val="44B9E8"/>
    </a:folHlink>
  </a:clrScheme>
</a:themeOverride>
</file>

<file path=ppt/theme/themeOverride2.xml><?xml version="1.0" encoding="utf-8"?>
<a:themeOverride xmlns:a="http://schemas.openxmlformats.org/drawingml/2006/main">
  <a:clrScheme name="Concourse">
    <a:dk1>
      <a:sysClr val="windowText" lastClr="000000"/>
    </a:dk1>
    <a:lt1>
      <a:sysClr val="window" lastClr="FFFFFF"/>
    </a:lt1>
    <a:dk2>
      <a:srgbClr val="464646"/>
    </a:dk2>
    <a:lt2>
      <a:srgbClr val="DEF5FA"/>
    </a:lt2>
    <a:accent1>
      <a:srgbClr val="2DA2BF"/>
    </a:accent1>
    <a:accent2>
      <a:srgbClr val="DA1F28"/>
    </a:accent2>
    <a:accent3>
      <a:srgbClr val="EB641B"/>
    </a:accent3>
    <a:accent4>
      <a:srgbClr val="39639D"/>
    </a:accent4>
    <a:accent5>
      <a:srgbClr val="474B78"/>
    </a:accent5>
    <a:accent6>
      <a:srgbClr val="7D3C4A"/>
    </a:accent6>
    <a:hlink>
      <a:srgbClr val="FF8119"/>
    </a:hlink>
    <a:folHlink>
      <a:srgbClr val="44B9E8"/>
    </a:folHlink>
  </a:clrScheme>
</a:themeOverride>
</file>

<file path=ppt/theme/themeOverride3.xml><?xml version="1.0" encoding="utf-8"?>
<a:themeOverride xmlns:a="http://schemas.openxmlformats.org/drawingml/2006/main">
  <a:clrScheme name="Concourse">
    <a:dk1>
      <a:sysClr val="windowText" lastClr="000000"/>
    </a:dk1>
    <a:lt1>
      <a:sysClr val="window" lastClr="FFFFFF"/>
    </a:lt1>
    <a:dk2>
      <a:srgbClr val="464646"/>
    </a:dk2>
    <a:lt2>
      <a:srgbClr val="DEF5FA"/>
    </a:lt2>
    <a:accent1>
      <a:srgbClr val="2DA2BF"/>
    </a:accent1>
    <a:accent2>
      <a:srgbClr val="DA1F28"/>
    </a:accent2>
    <a:accent3>
      <a:srgbClr val="EB641B"/>
    </a:accent3>
    <a:accent4>
      <a:srgbClr val="39639D"/>
    </a:accent4>
    <a:accent5>
      <a:srgbClr val="474B78"/>
    </a:accent5>
    <a:accent6>
      <a:srgbClr val="7D3C4A"/>
    </a:accent6>
    <a:hlink>
      <a:srgbClr val="FF8119"/>
    </a:hlink>
    <a:folHlink>
      <a:srgbClr val="44B9E8"/>
    </a:folHlink>
  </a:clrScheme>
</a:themeOverride>
</file>

<file path=ppt/theme/themeOverride4.xml><?xml version="1.0" encoding="utf-8"?>
<a:themeOverride xmlns:a="http://schemas.openxmlformats.org/drawingml/2006/main">
  <a:clrScheme name="Concourse">
    <a:dk1>
      <a:sysClr val="windowText" lastClr="000000"/>
    </a:dk1>
    <a:lt1>
      <a:sysClr val="window" lastClr="FFFFFF"/>
    </a:lt1>
    <a:dk2>
      <a:srgbClr val="464646"/>
    </a:dk2>
    <a:lt2>
      <a:srgbClr val="DEF5FA"/>
    </a:lt2>
    <a:accent1>
      <a:srgbClr val="2DA2BF"/>
    </a:accent1>
    <a:accent2>
      <a:srgbClr val="DA1F28"/>
    </a:accent2>
    <a:accent3>
      <a:srgbClr val="EB641B"/>
    </a:accent3>
    <a:accent4>
      <a:srgbClr val="39639D"/>
    </a:accent4>
    <a:accent5>
      <a:srgbClr val="474B78"/>
    </a:accent5>
    <a:accent6>
      <a:srgbClr val="7D3C4A"/>
    </a:accent6>
    <a:hlink>
      <a:srgbClr val="FF8119"/>
    </a:hlink>
    <a:folHlink>
      <a:srgbClr val="44B9E8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>cpphtp10_01</Template>
  <TotalTime>60</TotalTime>
  <Words>3131</Words>
  <PresentationFormat>Widescreen</PresentationFormat>
  <Paragraphs>322</Paragraphs>
  <Slides>102</Slides>
  <Notes>47</Notes>
  <HiddenSlides>0</HiddenSlides>
  <MMClips>0</MMClips>
  <ScaleCrop>false</ScaleCrop>
  <HeadingPairs>
    <vt:vector size="6" baseType="variant">
      <vt:variant>
        <vt:lpstr>Fonts Used</vt:lpstr>
      </vt:variant>
      <vt:variant>
        <vt:i4>14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102</vt:i4>
      </vt:variant>
    </vt:vector>
  </HeadingPairs>
  <TitlesOfParts>
    <vt:vector size="117" baseType="lpstr">
      <vt:lpstr>ＭＳ Ｐゴシック</vt:lpstr>
      <vt:lpstr>ＭＳ Ｐゴシック</vt:lpstr>
      <vt:lpstr>Arial</vt:lpstr>
      <vt:lpstr>Calibri</vt:lpstr>
      <vt:lpstr>Cambria</vt:lpstr>
      <vt:lpstr>Consolas</vt:lpstr>
      <vt:lpstr>Lucida Console</vt:lpstr>
      <vt:lpstr>Lucida Sans Unicode</vt:lpstr>
      <vt:lpstr>MS Mincho</vt:lpstr>
      <vt:lpstr>Times New Roman</vt:lpstr>
      <vt:lpstr>Verdana</vt:lpstr>
      <vt:lpstr>Wingdings</vt:lpstr>
      <vt:lpstr>Wingdings 2</vt:lpstr>
      <vt:lpstr>Wingdings 3</vt:lpstr>
      <vt:lpstr>Concourse</vt:lpstr>
      <vt:lpstr>Introduction to C# App Programming</vt:lpstr>
      <vt:lpstr>PowerPoint Presentation</vt:lpstr>
      <vt:lpstr>PowerPoint Presentation</vt:lpstr>
      <vt:lpstr>PowerPoint Presentation</vt:lpstr>
      <vt:lpstr>3.1  Introduction </vt:lpstr>
      <vt:lpstr>3.2  Simple App: Displaying a Line of Text</vt:lpstr>
      <vt:lpstr>PowerPoint Presentation</vt:lpstr>
      <vt:lpstr>3.2.1  Comments</vt:lpstr>
      <vt:lpstr>3.2.1  Comments</vt:lpstr>
      <vt:lpstr>PowerPoint Presentation</vt:lpstr>
      <vt:lpstr>PowerPoint Presentation</vt:lpstr>
      <vt:lpstr>3.2.2  using Directive</vt:lpstr>
      <vt:lpstr>PowerPoint Presentation</vt:lpstr>
      <vt:lpstr>3.2.3 Blank Lines and Whitespace</vt:lpstr>
      <vt:lpstr>3.2.4 Class Declaration</vt:lpstr>
      <vt:lpstr>3.2.4 Class Declaration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3.2.4 Class Declaration</vt:lpstr>
      <vt:lpstr>PowerPoint Presentation</vt:lpstr>
      <vt:lpstr>3.2.4 Class Declaration</vt:lpstr>
      <vt:lpstr>PowerPoint Presentation</vt:lpstr>
      <vt:lpstr>PowerPoint Presentation</vt:lpstr>
      <vt:lpstr>PowerPoint Presentation</vt:lpstr>
      <vt:lpstr>PowerPoint Presentation</vt:lpstr>
      <vt:lpstr>3.2.5  Main Method</vt:lpstr>
      <vt:lpstr>PowerPoint Presentation</vt:lpstr>
      <vt:lpstr>3.2.6 Displaying a Line of Text</vt:lpstr>
      <vt:lpstr>3.2.6 Displaying a Line of Text</vt:lpstr>
      <vt:lpstr>3.3.1 Creating the Console App</vt:lpstr>
      <vt:lpstr>PowerPoint Presentation</vt:lpstr>
      <vt:lpstr>3.3  Creating a Simple App in Visual Studio (Cont.)</vt:lpstr>
      <vt:lpstr>PowerPoint Presentation</vt:lpstr>
      <vt:lpstr>3.3.2  Changing the Name of the App File</vt:lpstr>
      <vt:lpstr>PowerPoint Presentation</vt:lpstr>
      <vt:lpstr>3.3.3  Writing Code and Using IntelliSense</vt:lpstr>
      <vt:lpstr>3.3.3  Writing Code and Using IntelliSense</vt:lpstr>
      <vt:lpstr>PowerPoint Presentation</vt:lpstr>
      <vt:lpstr>PowerPoint Presentation</vt:lpstr>
      <vt:lpstr>3.3.3  Writing Code and Using IntelliSense</vt:lpstr>
      <vt:lpstr>PowerPoint Presentation</vt:lpstr>
      <vt:lpstr>3.3.4  Compiling and Running the App</vt:lpstr>
      <vt:lpstr>PowerPoint Presentation</vt:lpstr>
      <vt:lpstr>3.3.5  Errors, Error Messages and the Error List Window</vt:lpstr>
      <vt:lpstr>PowerPoint Presentation</vt:lpstr>
      <vt:lpstr>PowerPoint Presentation</vt:lpstr>
      <vt:lpstr>3.4.1  Displaying a Single Line of Text with Multiple Statements</vt:lpstr>
      <vt:lpstr>PowerPoint Presentation</vt:lpstr>
      <vt:lpstr>3.4.2 Displaying Multiple Lines of Text with a Single Statement</vt:lpstr>
      <vt:lpstr>PowerPoint Presentation</vt:lpstr>
      <vt:lpstr>3.4.2 Displaying Multiple Lines of Text with a Single Statement</vt:lpstr>
      <vt:lpstr>PowerPoint Presentation</vt:lpstr>
      <vt:lpstr>3.5  String Interpolation</vt:lpstr>
      <vt:lpstr>PowerPoint Presentation</vt:lpstr>
      <vt:lpstr>3.5  String Interpolation</vt:lpstr>
      <vt:lpstr>3.5  String Interpolation</vt:lpstr>
      <vt:lpstr>3.6  Another C# App: Adding Integers </vt:lpstr>
      <vt:lpstr>PowerPoint Presentation</vt:lpstr>
      <vt:lpstr>PowerPoint Presentation</vt:lpstr>
      <vt:lpstr>3.6.1  Declaring the int Variable number1  </vt:lpstr>
      <vt:lpstr>3.6.2  Declaring Variables number2 and sum</vt:lpstr>
      <vt:lpstr>PowerPoint Presentation</vt:lpstr>
      <vt:lpstr>PowerPoint Presentation</vt:lpstr>
      <vt:lpstr>PowerPoint Presentation</vt:lpstr>
      <vt:lpstr>3.6.3 Prompting the User for Input</vt:lpstr>
      <vt:lpstr>3.6.4 Reading a Value into Variable number1</vt:lpstr>
      <vt:lpstr>3.6.4 Reading a Value into Variable number1</vt:lpstr>
      <vt:lpstr>PowerPoint Presentation</vt:lpstr>
      <vt:lpstr>3.6.5 Summing number1 and number2  </vt:lpstr>
      <vt:lpstr>3.7  Memory Concepts </vt:lpstr>
      <vt:lpstr>PowerPoint Presentation</vt:lpstr>
      <vt:lpstr>3.7  Memory Concepts (Cont.) </vt:lpstr>
      <vt:lpstr>PowerPoint Presentation</vt:lpstr>
      <vt:lpstr>3.7  Memory Concepts (Cont.) </vt:lpstr>
      <vt:lpstr>PowerPoint Presentation</vt:lpstr>
      <vt:lpstr>3.7  Memory Concepts (Cont.) </vt:lpstr>
      <vt:lpstr>3.8  Arithmetic</vt:lpstr>
      <vt:lpstr>PowerPoint Presentation</vt:lpstr>
      <vt:lpstr>3.8  Arithmetic (Cont.) </vt:lpstr>
      <vt:lpstr>3.8  Arithmetic (Cont.) </vt:lpstr>
      <vt:lpstr>3.8  Arithmetic (Cont.) </vt:lpstr>
      <vt:lpstr>PowerPoint Presentation</vt:lpstr>
      <vt:lpstr>PowerPoint Presentation</vt:lpstr>
      <vt:lpstr>3.9  Decision Making: Equality and Relational Operators </vt:lpstr>
      <vt:lpstr>PowerPoint Presentation</vt:lpstr>
      <vt:lpstr>PowerPoint Presentation</vt:lpstr>
      <vt:lpstr>3.9  Decision Making: Equality and Relational Operators </vt:lpstr>
      <vt:lpstr>PowerPoint Presentation</vt:lpstr>
      <vt:lpstr>PowerPoint Presentation</vt:lpstr>
      <vt:lpstr>PowerPoint Presentation</vt:lpstr>
      <vt:lpstr>PowerPoint Presentation</vt:lpstr>
      <vt:lpstr>3.9  Decision Making: Equality and Relational Operators (Cont.) </vt:lpstr>
      <vt:lpstr>PowerPoint Presentation</vt:lpstr>
      <vt:lpstr>PowerPoint Presentation</vt:lpstr>
      <vt:lpstr>PowerPoint Presentation</vt:lpstr>
      <vt:lpstr>PowerPoint Presentation</vt:lpstr>
      <vt:lpstr>3.9  Decision Making: Equality and Relational Operators (Cont.)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2016-07-22T20:18:59Z</dcterms:created>
  <dcterms:modified xsi:type="dcterms:W3CDTF">2017-01-24T15:27:01Z</dcterms:modified>
</cp:coreProperties>
</file>
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50" r:id="rId5"/>
    <p:sldMasterId id="2147483655" r:id="rId6"/>
  </p:sldMasterIdLst>
  <p:notesMasterIdLst>
    <p:notesMasterId r:id="rId27"/>
  </p:notesMasterIdLst>
  <p:handoutMasterIdLst>
    <p:handoutMasterId r:id="rId28"/>
  </p:handoutMasterIdLst>
  <p:sldIdLst>
    <p:sldId id="265" r:id="rId7"/>
    <p:sldId id="264" r:id="rId8"/>
    <p:sldId id="281" r:id="rId9"/>
    <p:sldId id="282" r:id="rId10"/>
    <p:sldId id="283" r:id="rId11"/>
    <p:sldId id="284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8" r:id="rId21"/>
    <p:sldId id="279" r:id="rId22"/>
    <p:sldId id="275" r:id="rId23"/>
    <p:sldId id="277" r:id="rId24"/>
    <p:sldId id="276" r:id="rId25"/>
    <p:sldId id="261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432">
          <p15:clr>
            <a:srgbClr val="A4A3A4"/>
          </p15:clr>
        </p15:guide>
        <p15:guide id="3" orient="horz" pos="3600">
          <p15:clr>
            <a:srgbClr val="A4A3A4"/>
          </p15:clr>
        </p15:guide>
        <p15:guide id="4" orient="horz" pos="2160">
          <p15:clr>
            <a:srgbClr val="A4A3A4"/>
          </p15:clr>
        </p15:guide>
        <p15:guide id="5" pos="5328">
          <p15:clr>
            <a:srgbClr val="A4A3A4"/>
          </p15:clr>
        </p15:guide>
        <p15:guide id="6" pos="2880">
          <p15:clr>
            <a:srgbClr val="A4A3A4"/>
          </p15:clr>
        </p15:guide>
        <p15:guide id="7" pos="43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gray"/>
  <p:clrMru>
    <a:srgbClr val="008EC8"/>
    <a:srgbClr val="AFC828"/>
    <a:srgbClr val="1413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75" autoAdjust="0"/>
    <p:restoredTop sz="94660"/>
  </p:normalViewPr>
  <p:slideViewPr>
    <p:cSldViewPr snapToGrid="0" snapToObjects="1" showGuides="1">
      <p:cViewPr varScale="1">
        <p:scale>
          <a:sx n="78" d="100"/>
          <a:sy n="78" d="100"/>
        </p:scale>
        <p:origin x="1402" y="62"/>
      </p:cViewPr>
      <p:guideLst>
        <p:guide orient="horz" pos="3888"/>
        <p:guide orient="horz" pos="432"/>
        <p:guide orient="horz" pos="3600"/>
        <p:guide orient="horz" pos="2160"/>
        <p:guide pos="5328"/>
        <p:guide pos="2880"/>
        <p:guide pos="43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Hinz" userId="7f59dc78-02bd-4886-abaf-6bd5f36ff05a" providerId="ADAL" clId="{B8A050CA-F526-4CAD-8ECE-23366DBEC7B7}"/>
    <pc:docChg chg="delSld modSld">
      <pc:chgData name="John Hinz" userId="7f59dc78-02bd-4886-abaf-6bd5f36ff05a" providerId="ADAL" clId="{B8A050CA-F526-4CAD-8ECE-23366DBEC7B7}" dt="2018-10-20T02:25:34.519" v="26" actId="2696"/>
      <pc:docMkLst>
        <pc:docMk/>
      </pc:docMkLst>
      <pc:sldChg chg="modSp">
        <pc:chgData name="John Hinz" userId="7f59dc78-02bd-4886-abaf-6bd5f36ff05a" providerId="ADAL" clId="{B8A050CA-F526-4CAD-8ECE-23366DBEC7B7}" dt="2018-10-20T02:25:29.327" v="25" actId="20577"/>
        <pc:sldMkLst>
          <pc:docMk/>
          <pc:sldMk cId="2081111184" sldId="264"/>
        </pc:sldMkLst>
        <pc:spChg chg="mod">
          <ac:chgData name="John Hinz" userId="7f59dc78-02bd-4886-abaf-6bd5f36ff05a" providerId="ADAL" clId="{B8A050CA-F526-4CAD-8ECE-23366DBEC7B7}" dt="2018-10-20T02:25:29.327" v="25" actId="20577"/>
          <ac:spMkLst>
            <pc:docMk/>
            <pc:sldMk cId="2081111184" sldId="264"/>
            <ac:spMk id="3" creationId="{00000000-0000-0000-0000-000000000000}"/>
          </ac:spMkLst>
        </pc:spChg>
      </pc:sldChg>
      <pc:sldChg chg="del">
        <pc:chgData name="John Hinz" userId="7f59dc78-02bd-4886-abaf-6bd5f36ff05a" providerId="ADAL" clId="{B8A050CA-F526-4CAD-8ECE-23366DBEC7B7}" dt="2018-10-20T02:25:34.519" v="26" actId="2696"/>
        <pc:sldMkLst>
          <pc:docMk/>
          <pc:sldMk cId="3993224433" sldId="280"/>
        </pc:sldMkLst>
      </pc:sldChg>
      <pc:sldChg chg="modSp">
        <pc:chgData name="John Hinz" userId="7f59dc78-02bd-4886-abaf-6bd5f36ff05a" providerId="ADAL" clId="{B8A050CA-F526-4CAD-8ECE-23366DBEC7B7}" dt="2018-10-20T02:23:58.749" v="2" actId="1076"/>
        <pc:sldMkLst>
          <pc:docMk/>
          <pc:sldMk cId="453824615" sldId="284"/>
        </pc:sldMkLst>
        <pc:picChg chg="mod">
          <ac:chgData name="John Hinz" userId="7f59dc78-02bd-4886-abaf-6bd5f36ff05a" providerId="ADAL" clId="{B8A050CA-F526-4CAD-8ECE-23366DBEC7B7}" dt="2018-10-20T02:23:58.749" v="2" actId="1076"/>
          <ac:picMkLst>
            <pc:docMk/>
            <pc:sldMk cId="453824615" sldId="284"/>
            <ac:picMk id="5" creationId="{00000000-0000-0000-0000-000000000000}"/>
          </ac:picMkLst>
        </pc:picChg>
      </pc:sldChg>
    </pc:docChg>
  </pc:docChgLst>
  <pc:docChgLst>
    <pc:chgData name="John Hinz" userId="7f59dc78-02bd-4886-abaf-6bd5f36ff05a" providerId="ADAL" clId="{6AF0497D-01F5-42CA-A65D-4196D1DDF37A}"/>
    <pc:docChg chg="custSel modSld modMainMaster">
      <pc:chgData name="John Hinz" userId="7f59dc78-02bd-4886-abaf-6bd5f36ff05a" providerId="ADAL" clId="{6AF0497D-01F5-42CA-A65D-4196D1DDF37A}" dt="2022-12-31T18:27:47.745" v="18" actId="478"/>
      <pc:docMkLst>
        <pc:docMk/>
      </pc:docMkLst>
      <pc:sldChg chg="delSp mod">
        <pc:chgData name="John Hinz" userId="7f59dc78-02bd-4886-abaf-6bd5f36ff05a" providerId="ADAL" clId="{6AF0497D-01F5-42CA-A65D-4196D1DDF37A}" dt="2022-12-31T18:23:05.714" v="5" actId="478"/>
        <pc:sldMkLst>
          <pc:docMk/>
          <pc:sldMk cId="171920177" sldId="267"/>
        </pc:sldMkLst>
        <pc:spChg chg="del">
          <ac:chgData name="John Hinz" userId="7f59dc78-02bd-4886-abaf-6bd5f36ff05a" providerId="ADAL" clId="{6AF0497D-01F5-42CA-A65D-4196D1DDF37A}" dt="2022-12-31T18:23:05.714" v="5" actId="478"/>
          <ac:spMkLst>
            <pc:docMk/>
            <pc:sldMk cId="171920177" sldId="267"/>
            <ac:spMk id="4" creationId="{00000000-0000-0000-0000-000000000000}"/>
          </ac:spMkLst>
        </pc:spChg>
      </pc:sldChg>
      <pc:sldChg chg="delSp mod">
        <pc:chgData name="John Hinz" userId="7f59dc78-02bd-4886-abaf-6bd5f36ff05a" providerId="ADAL" clId="{6AF0497D-01F5-42CA-A65D-4196D1DDF37A}" dt="2022-12-31T18:23:08.376" v="6" actId="478"/>
        <pc:sldMkLst>
          <pc:docMk/>
          <pc:sldMk cId="2420355377" sldId="268"/>
        </pc:sldMkLst>
        <pc:spChg chg="del">
          <ac:chgData name="John Hinz" userId="7f59dc78-02bd-4886-abaf-6bd5f36ff05a" providerId="ADAL" clId="{6AF0497D-01F5-42CA-A65D-4196D1DDF37A}" dt="2022-12-31T18:23:08.376" v="6" actId="478"/>
          <ac:spMkLst>
            <pc:docMk/>
            <pc:sldMk cId="2420355377" sldId="268"/>
            <ac:spMk id="4" creationId="{00000000-0000-0000-0000-000000000000}"/>
          </ac:spMkLst>
        </pc:spChg>
      </pc:sldChg>
      <pc:sldChg chg="delSp mod">
        <pc:chgData name="John Hinz" userId="7f59dc78-02bd-4886-abaf-6bd5f36ff05a" providerId="ADAL" clId="{6AF0497D-01F5-42CA-A65D-4196D1DDF37A}" dt="2022-12-31T18:23:11.855" v="7" actId="478"/>
        <pc:sldMkLst>
          <pc:docMk/>
          <pc:sldMk cId="795634342" sldId="269"/>
        </pc:sldMkLst>
        <pc:spChg chg="del">
          <ac:chgData name="John Hinz" userId="7f59dc78-02bd-4886-abaf-6bd5f36ff05a" providerId="ADAL" clId="{6AF0497D-01F5-42CA-A65D-4196D1DDF37A}" dt="2022-12-31T18:23:11.855" v="7" actId="478"/>
          <ac:spMkLst>
            <pc:docMk/>
            <pc:sldMk cId="795634342" sldId="269"/>
            <ac:spMk id="4" creationId="{00000000-0000-0000-0000-000000000000}"/>
          </ac:spMkLst>
        </pc:spChg>
      </pc:sldChg>
      <pc:sldChg chg="delSp mod">
        <pc:chgData name="John Hinz" userId="7f59dc78-02bd-4886-abaf-6bd5f36ff05a" providerId="ADAL" clId="{6AF0497D-01F5-42CA-A65D-4196D1DDF37A}" dt="2022-12-31T18:23:15.561" v="8" actId="478"/>
        <pc:sldMkLst>
          <pc:docMk/>
          <pc:sldMk cId="129773797" sldId="270"/>
        </pc:sldMkLst>
        <pc:spChg chg="del">
          <ac:chgData name="John Hinz" userId="7f59dc78-02bd-4886-abaf-6bd5f36ff05a" providerId="ADAL" clId="{6AF0497D-01F5-42CA-A65D-4196D1DDF37A}" dt="2022-12-31T18:23:15.561" v="8" actId="478"/>
          <ac:spMkLst>
            <pc:docMk/>
            <pc:sldMk cId="129773797" sldId="270"/>
            <ac:spMk id="4" creationId="{00000000-0000-0000-0000-000000000000}"/>
          </ac:spMkLst>
        </pc:spChg>
      </pc:sldChg>
      <pc:sldChg chg="delSp mod">
        <pc:chgData name="John Hinz" userId="7f59dc78-02bd-4886-abaf-6bd5f36ff05a" providerId="ADAL" clId="{6AF0497D-01F5-42CA-A65D-4196D1DDF37A}" dt="2022-12-31T18:23:18.037" v="9" actId="478"/>
        <pc:sldMkLst>
          <pc:docMk/>
          <pc:sldMk cId="3608213474" sldId="271"/>
        </pc:sldMkLst>
        <pc:spChg chg="del">
          <ac:chgData name="John Hinz" userId="7f59dc78-02bd-4886-abaf-6bd5f36ff05a" providerId="ADAL" clId="{6AF0497D-01F5-42CA-A65D-4196D1DDF37A}" dt="2022-12-31T18:23:18.037" v="9" actId="478"/>
          <ac:spMkLst>
            <pc:docMk/>
            <pc:sldMk cId="3608213474" sldId="271"/>
            <ac:spMk id="4" creationId="{00000000-0000-0000-0000-000000000000}"/>
          </ac:spMkLst>
        </pc:spChg>
      </pc:sldChg>
      <pc:sldChg chg="delSp mod">
        <pc:chgData name="John Hinz" userId="7f59dc78-02bd-4886-abaf-6bd5f36ff05a" providerId="ADAL" clId="{6AF0497D-01F5-42CA-A65D-4196D1DDF37A}" dt="2022-12-31T18:23:21.209" v="10" actId="478"/>
        <pc:sldMkLst>
          <pc:docMk/>
          <pc:sldMk cId="1980863286" sldId="272"/>
        </pc:sldMkLst>
        <pc:spChg chg="del">
          <ac:chgData name="John Hinz" userId="7f59dc78-02bd-4886-abaf-6bd5f36ff05a" providerId="ADAL" clId="{6AF0497D-01F5-42CA-A65D-4196D1DDF37A}" dt="2022-12-31T18:23:21.209" v="10" actId="478"/>
          <ac:spMkLst>
            <pc:docMk/>
            <pc:sldMk cId="1980863286" sldId="272"/>
            <ac:spMk id="4" creationId="{00000000-0000-0000-0000-000000000000}"/>
          </ac:spMkLst>
        </pc:spChg>
      </pc:sldChg>
      <pc:sldChg chg="delSp mod">
        <pc:chgData name="John Hinz" userId="7f59dc78-02bd-4886-abaf-6bd5f36ff05a" providerId="ADAL" clId="{6AF0497D-01F5-42CA-A65D-4196D1DDF37A}" dt="2022-12-31T18:23:23.305" v="11" actId="478"/>
        <pc:sldMkLst>
          <pc:docMk/>
          <pc:sldMk cId="1147899123" sldId="273"/>
        </pc:sldMkLst>
        <pc:spChg chg="del">
          <ac:chgData name="John Hinz" userId="7f59dc78-02bd-4886-abaf-6bd5f36ff05a" providerId="ADAL" clId="{6AF0497D-01F5-42CA-A65D-4196D1DDF37A}" dt="2022-12-31T18:23:23.305" v="11" actId="478"/>
          <ac:spMkLst>
            <pc:docMk/>
            <pc:sldMk cId="1147899123" sldId="273"/>
            <ac:spMk id="4" creationId="{00000000-0000-0000-0000-000000000000}"/>
          </ac:spMkLst>
        </pc:spChg>
      </pc:sldChg>
      <pc:sldChg chg="delSp mod">
        <pc:chgData name="John Hinz" userId="7f59dc78-02bd-4886-abaf-6bd5f36ff05a" providerId="ADAL" clId="{6AF0497D-01F5-42CA-A65D-4196D1DDF37A}" dt="2022-12-31T18:23:25.922" v="12" actId="478"/>
        <pc:sldMkLst>
          <pc:docMk/>
          <pc:sldMk cId="1522974927" sldId="274"/>
        </pc:sldMkLst>
        <pc:spChg chg="del">
          <ac:chgData name="John Hinz" userId="7f59dc78-02bd-4886-abaf-6bd5f36ff05a" providerId="ADAL" clId="{6AF0497D-01F5-42CA-A65D-4196D1DDF37A}" dt="2022-12-31T18:23:25.922" v="12" actId="478"/>
          <ac:spMkLst>
            <pc:docMk/>
            <pc:sldMk cId="1522974927" sldId="274"/>
            <ac:spMk id="4" creationId="{00000000-0000-0000-0000-000000000000}"/>
          </ac:spMkLst>
        </pc:spChg>
      </pc:sldChg>
      <pc:sldChg chg="delSp mod">
        <pc:chgData name="John Hinz" userId="7f59dc78-02bd-4886-abaf-6bd5f36ff05a" providerId="ADAL" clId="{6AF0497D-01F5-42CA-A65D-4196D1DDF37A}" dt="2022-12-31T18:23:33.600" v="15" actId="478"/>
        <pc:sldMkLst>
          <pc:docMk/>
          <pc:sldMk cId="1008885081" sldId="275"/>
        </pc:sldMkLst>
        <pc:spChg chg="del">
          <ac:chgData name="John Hinz" userId="7f59dc78-02bd-4886-abaf-6bd5f36ff05a" providerId="ADAL" clId="{6AF0497D-01F5-42CA-A65D-4196D1DDF37A}" dt="2022-12-31T18:23:33.600" v="15" actId="478"/>
          <ac:spMkLst>
            <pc:docMk/>
            <pc:sldMk cId="1008885081" sldId="275"/>
            <ac:spMk id="4" creationId="{00000000-0000-0000-0000-000000000000}"/>
          </ac:spMkLst>
        </pc:spChg>
      </pc:sldChg>
      <pc:sldChg chg="delSp mod">
        <pc:chgData name="John Hinz" userId="7f59dc78-02bd-4886-abaf-6bd5f36ff05a" providerId="ADAL" clId="{6AF0497D-01F5-42CA-A65D-4196D1DDF37A}" dt="2022-12-31T18:23:40.596" v="17" actId="478"/>
        <pc:sldMkLst>
          <pc:docMk/>
          <pc:sldMk cId="4254318881" sldId="276"/>
        </pc:sldMkLst>
        <pc:spChg chg="del">
          <ac:chgData name="John Hinz" userId="7f59dc78-02bd-4886-abaf-6bd5f36ff05a" providerId="ADAL" clId="{6AF0497D-01F5-42CA-A65D-4196D1DDF37A}" dt="2022-12-31T18:23:40.596" v="17" actId="478"/>
          <ac:spMkLst>
            <pc:docMk/>
            <pc:sldMk cId="4254318881" sldId="276"/>
            <ac:spMk id="4" creationId="{00000000-0000-0000-0000-000000000000}"/>
          </ac:spMkLst>
        </pc:spChg>
      </pc:sldChg>
      <pc:sldChg chg="delSp mod">
        <pc:chgData name="John Hinz" userId="7f59dc78-02bd-4886-abaf-6bd5f36ff05a" providerId="ADAL" clId="{6AF0497D-01F5-42CA-A65D-4196D1DDF37A}" dt="2022-12-31T18:23:37.513" v="16" actId="478"/>
        <pc:sldMkLst>
          <pc:docMk/>
          <pc:sldMk cId="3467783586" sldId="277"/>
        </pc:sldMkLst>
        <pc:spChg chg="del">
          <ac:chgData name="John Hinz" userId="7f59dc78-02bd-4886-abaf-6bd5f36ff05a" providerId="ADAL" clId="{6AF0497D-01F5-42CA-A65D-4196D1DDF37A}" dt="2022-12-31T18:23:37.513" v="16" actId="478"/>
          <ac:spMkLst>
            <pc:docMk/>
            <pc:sldMk cId="3467783586" sldId="277"/>
            <ac:spMk id="4" creationId="{00000000-0000-0000-0000-000000000000}"/>
          </ac:spMkLst>
        </pc:spChg>
      </pc:sldChg>
      <pc:sldChg chg="delSp mod">
        <pc:chgData name="John Hinz" userId="7f59dc78-02bd-4886-abaf-6bd5f36ff05a" providerId="ADAL" clId="{6AF0497D-01F5-42CA-A65D-4196D1DDF37A}" dt="2022-12-31T18:23:28.288" v="13" actId="478"/>
        <pc:sldMkLst>
          <pc:docMk/>
          <pc:sldMk cId="394442463" sldId="278"/>
        </pc:sldMkLst>
        <pc:spChg chg="del">
          <ac:chgData name="John Hinz" userId="7f59dc78-02bd-4886-abaf-6bd5f36ff05a" providerId="ADAL" clId="{6AF0497D-01F5-42CA-A65D-4196D1DDF37A}" dt="2022-12-31T18:23:28.288" v="13" actId="478"/>
          <ac:spMkLst>
            <pc:docMk/>
            <pc:sldMk cId="394442463" sldId="278"/>
            <ac:spMk id="4" creationId="{00000000-0000-0000-0000-000000000000}"/>
          </ac:spMkLst>
        </pc:spChg>
      </pc:sldChg>
      <pc:sldChg chg="delSp mod">
        <pc:chgData name="John Hinz" userId="7f59dc78-02bd-4886-abaf-6bd5f36ff05a" providerId="ADAL" clId="{6AF0497D-01F5-42CA-A65D-4196D1DDF37A}" dt="2022-12-31T18:23:30.522" v="14" actId="478"/>
        <pc:sldMkLst>
          <pc:docMk/>
          <pc:sldMk cId="3807788230" sldId="279"/>
        </pc:sldMkLst>
        <pc:spChg chg="del">
          <ac:chgData name="John Hinz" userId="7f59dc78-02bd-4886-abaf-6bd5f36ff05a" providerId="ADAL" clId="{6AF0497D-01F5-42CA-A65D-4196D1DDF37A}" dt="2022-12-31T18:23:30.522" v="14" actId="478"/>
          <ac:spMkLst>
            <pc:docMk/>
            <pc:sldMk cId="3807788230" sldId="279"/>
            <ac:spMk id="4" creationId="{00000000-0000-0000-0000-000000000000}"/>
          </ac:spMkLst>
        </pc:spChg>
      </pc:sldChg>
      <pc:sldChg chg="delSp mod">
        <pc:chgData name="John Hinz" userId="7f59dc78-02bd-4886-abaf-6bd5f36ff05a" providerId="ADAL" clId="{6AF0497D-01F5-42CA-A65D-4196D1DDF37A}" dt="2022-12-31T18:22:48.259" v="0" actId="478"/>
        <pc:sldMkLst>
          <pc:docMk/>
          <pc:sldMk cId="2314341848" sldId="281"/>
        </pc:sldMkLst>
        <pc:spChg chg="del">
          <ac:chgData name="John Hinz" userId="7f59dc78-02bd-4886-abaf-6bd5f36ff05a" providerId="ADAL" clId="{6AF0497D-01F5-42CA-A65D-4196D1DDF37A}" dt="2022-12-31T18:22:48.259" v="0" actId="478"/>
          <ac:spMkLst>
            <pc:docMk/>
            <pc:sldMk cId="2314341848" sldId="281"/>
            <ac:spMk id="4" creationId="{00000000-0000-0000-0000-000000000000}"/>
          </ac:spMkLst>
        </pc:spChg>
      </pc:sldChg>
      <pc:sldChg chg="delSp modSp mod">
        <pc:chgData name="John Hinz" userId="7f59dc78-02bd-4886-abaf-6bd5f36ff05a" providerId="ADAL" clId="{6AF0497D-01F5-42CA-A65D-4196D1DDF37A}" dt="2022-12-31T18:22:54.944" v="2" actId="478"/>
        <pc:sldMkLst>
          <pc:docMk/>
          <pc:sldMk cId="2539660537" sldId="282"/>
        </pc:sldMkLst>
        <pc:spChg chg="del mod">
          <ac:chgData name="John Hinz" userId="7f59dc78-02bd-4886-abaf-6bd5f36ff05a" providerId="ADAL" clId="{6AF0497D-01F5-42CA-A65D-4196D1DDF37A}" dt="2022-12-31T18:22:54.944" v="2" actId="478"/>
          <ac:spMkLst>
            <pc:docMk/>
            <pc:sldMk cId="2539660537" sldId="282"/>
            <ac:spMk id="4" creationId="{00000000-0000-0000-0000-000000000000}"/>
          </ac:spMkLst>
        </pc:spChg>
      </pc:sldChg>
      <pc:sldChg chg="delSp mod">
        <pc:chgData name="John Hinz" userId="7f59dc78-02bd-4886-abaf-6bd5f36ff05a" providerId="ADAL" clId="{6AF0497D-01F5-42CA-A65D-4196D1DDF37A}" dt="2022-12-31T18:22:57.854" v="3" actId="478"/>
        <pc:sldMkLst>
          <pc:docMk/>
          <pc:sldMk cId="1512845930" sldId="283"/>
        </pc:sldMkLst>
        <pc:spChg chg="del">
          <ac:chgData name="John Hinz" userId="7f59dc78-02bd-4886-abaf-6bd5f36ff05a" providerId="ADAL" clId="{6AF0497D-01F5-42CA-A65D-4196D1DDF37A}" dt="2022-12-31T18:22:57.854" v="3" actId="478"/>
          <ac:spMkLst>
            <pc:docMk/>
            <pc:sldMk cId="1512845930" sldId="283"/>
            <ac:spMk id="4" creationId="{00000000-0000-0000-0000-000000000000}"/>
          </ac:spMkLst>
        </pc:spChg>
      </pc:sldChg>
      <pc:sldChg chg="delSp mod">
        <pc:chgData name="John Hinz" userId="7f59dc78-02bd-4886-abaf-6bd5f36ff05a" providerId="ADAL" clId="{6AF0497D-01F5-42CA-A65D-4196D1DDF37A}" dt="2022-12-31T18:23:01.234" v="4" actId="478"/>
        <pc:sldMkLst>
          <pc:docMk/>
          <pc:sldMk cId="453824615" sldId="284"/>
        </pc:sldMkLst>
        <pc:spChg chg="del">
          <ac:chgData name="John Hinz" userId="7f59dc78-02bd-4886-abaf-6bd5f36ff05a" providerId="ADAL" clId="{6AF0497D-01F5-42CA-A65D-4196D1DDF37A}" dt="2022-12-31T18:23:01.234" v="4" actId="478"/>
          <ac:spMkLst>
            <pc:docMk/>
            <pc:sldMk cId="453824615" sldId="284"/>
            <ac:spMk id="4" creationId="{00000000-0000-0000-0000-000000000000}"/>
          </ac:spMkLst>
        </pc:spChg>
      </pc:sldChg>
      <pc:sldMasterChg chg="modSldLayout">
        <pc:chgData name="John Hinz" userId="7f59dc78-02bd-4886-abaf-6bd5f36ff05a" providerId="ADAL" clId="{6AF0497D-01F5-42CA-A65D-4196D1DDF37A}" dt="2022-12-31T18:27:47.745" v="18" actId="478"/>
        <pc:sldMasterMkLst>
          <pc:docMk/>
          <pc:sldMasterMk cId="3832927138" sldId="2147483650"/>
        </pc:sldMasterMkLst>
        <pc:sldLayoutChg chg="delSp mod">
          <pc:chgData name="John Hinz" userId="7f59dc78-02bd-4886-abaf-6bd5f36ff05a" providerId="ADAL" clId="{6AF0497D-01F5-42CA-A65D-4196D1DDF37A}" dt="2022-12-31T18:27:47.745" v="18" actId="478"/>
          <pc:sldLayoutMkLst>
            <pc:docMk/>
            <pc:sldMasterMk cId="3832927138" sldId="2147483650"/>
            <pc:sldLayoutMk cId="2468820788" sldId="2147483657"/>
          </pc:sldLayoutMkLst>
          <pc:spChg chg="del">
            <ac:chgData name="John Hinz" userId="7f59dc78-02bd-4886-abaf-6bd5f36ff05a" providerId="ADAL" clId="{6AF0497D-01F5-42CA-A65D-4196D1DDF37A}" dt="2022-12-31T18:27:47.745" v="18" actId="478"/>
            <ac:spMkLst>
              <pc:docMk/>
              <pc:sldMasterMk cId="3832927138" sldId="2147483650"/>
              <pc:sldLayoutMk cId="2468820788" sldId="2147483657"/>
              <ac:spMk id="5" creationId="{00000000-0000-0000-0000-000000000000}"/>
            </ac:spMkLst>
          </pc:spChg>
        </pc:sldLayoutChg>
      </pc:sldMasterChg>
    </pc:docChg>
  </pc:docChgLst>
  <pc:docChgLst>
    <pc:chgData name="John Hinz" userId="7f59dc78-02bd-4886-abaf-6bd5f36ff05a" providerId="ADAL" clId="{954206CD-3B34-4C50-B692-0971ACA9E481}"/>
    <pc:docChg chg="modSld">
      <pc:chgData name="John Hinz" userId="7f59dc78-02bd-4886-abaf-6bd5f36ff05a" providerId="ADAL" clId="{954206CD-3B34-4C50-B692-0971ACA9E481}" dt="2019-10-27T23:29:29.855" v="0"/>
      <pc:docMkLst>
        <pc:docMk/>
      </pc:docMkLst>
      <pc:sldChg chg="modSp">
        <pc:chgData name="John Hinz" userId="7f59dc78-02bd-4886-abaf-6bd5f36ff05a" providerId="ADAL" clId="{954206CD-3B34-4C50-B692-0971ACA9E481}" dt="2019-10-27T23:29:29.855" v="0"/>
        <pc:sldMkLst>
          <pc:docMk/>
          <pc:sldMk cId="2853357568" sldId="265"/>
        </pc:sldMkLst>
        <pc:spChg chg="mod">
          <ac:chgData name="John Hinz" userId="7f59dc78-02bd-4886-abaf-6bd5f36ff05a" providerId="ADAL" clId="{954206CD-3B34-4C50-B692-0971ACA9E481}" dt="2019-10-27T23:29:29.855" v="0"/>
          <ac:spMkLst>
            <pc:docMk/>
            <pc:sldMk cId="2853357568" sldId="265"/>
            <ac:spMk id="4" creationId="{00000000-0000-0000-0000-000000000000}"/>
          </ac:spMkLst>
        </pc:spChg>
      </pc:sldChg>
    </pc:docChg>
  </pc:docChgLst>
  <pc:docChgLst>
    <pc:chgData name="John Hinz" userId="7f59dc78-02bd-4886-abaf-6bd5f36ff05a" providerId="ADAL" clId="{5FC9349B-B956-4168-975C-A2A68147A7C0}"/>
    <pc:docChg chg="modSld">
      <pc:chgData name="John Hinz" userId="7f59dc78-02bd-4886-abaf-6bd5f36ff05a" providerId="ADAL" clId="{5FC9349B-B956-4168-975C-A2A68147A7C0}" dt="2022-12-29T19:24:56.863" v="0" actId="6549"/>
      <pc:docMkLst>
        <pc:docMk/>
      </pc:docMkLst>
      <pc:sldChg chg="modSp mod">
        <pc:chgData name="John Hinz" userId="7f59dc78-02bd-4886-abaf-6bd5f36ff05a" providerId="ADAL" clId="{5FC9349B-B956-4168-975C-A2A68147A7C0}" dt="2022-12-29T19:24:56.863" v="0" actId="6549"/>
        <pc:sldMkLst>
          <pc:docMk/>
          <pc:sldMk cId="2853357568" sldId="265"/>
        </pc:sldMkLst>
        <pc:spChg chg="mod">
          <ac:chgData name="John Hinz" userId="7f59dc78-02bd-4886-abaf-6bd5f36ff05a" providerId="ADAL" clId="{5FC9349B-B956-4168-975C-A2A68147A7C0}" dt="2022-12-29T19:24:56.863" v="0" actId="6549"/>
          <ac:spMkLst>
            <pc:docMk/>
            <pc:sldMk cId="2853357568" sldId="265"/>
            <ac:spMk id="4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AC81C5-AE7A-1044-93C2-6BFF0DD7BC2B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F6EB44-35E4-0D4D-B375-5AD6507359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46125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BB8FA7-5BDC-BF4F-AE27-E2122A3D7D4C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9D953D-192A-4F4A-A51F-DC3C7E58A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02934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</a:t>
            </a:r>
            <a:r>
              <a:rPr lang="en-US" baseline="0" dirty="0"/>
              <a:t>itle 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9D953D-192A-4F4A-A51F-DC3C7E58A63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5541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Start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9D953D-192A-4F4A-A51F-DC3C7E58A63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5003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9D953D-192A-4F4A-A51F-DC3C7E58A63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140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9D953D-192A-4F4A-A51F-DC3C7E58A63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3937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9D953D-192A-4F4A-A51F-DC3C7E58A63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8875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9D953D-192A-4F4A-A51F-DC3C7E58A63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9581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86B0A1-89EB-425D-88F7-13A710322AC8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42904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9D953D-192A-4F4A-A51F-DC3C7E58A63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267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Sign</a:t>
            </a:r>
            <a:r>
              <a:rPr lang="en-US" baseline="0"/>
              <a:t> Off </a:t>
            </a:r>
            <a:r>
              <a:rPr lang="en-US" baseline="0" dirty="0"/>
              <a:t>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9D953D-192A-4F4A-A51F-DC3C7E58A63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896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2980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768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537BDD08-E33E-4E70-9A4A-E7BE06C20C0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68820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t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8839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8E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15200" y="2984500"/>
            <a:ext cx="1828800" cy="38735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49968" y="5875020"/>
            <a:ext cx="237744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043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58200" y="5405437"/>
            <a:ext cx="685800" cy="1452563"/>
          </a:xfrm>
          <a:prstGeom prst="rect">
            <a:avLst/>
          </a:prstGeom>
        </p:spPr>
      </p:pic>
      <p:sp>
        <p:nvSpPr>
          <p:cNvPr id="2" name="TextBox 1"/>
          <p:cNvSpPr txBox="1"/>
          <p:nvPr userDrawn="1"/>
        </p:nvSpPr>
        <p:spPr>
          <a:xfrm>
            <a:off x="685800" y="6172200"/>
            <a:ext cx="182880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fld id="{88C0C721-AEEC-4745-A24D-5BC52D0B46FB}" type="slidenum">
              <a:rPr lang="en-US" sz="1400" b="0" i="0" smtClean="0">
                <a:latin typeface="ITC Franklin Gothic Std MedCd"/>
                <a:cs typeface="ITC Franklin Gothic Std MedCd"/>
              </a:rPr>
              <a:pPr algn="l"/>
              <a:t>‹#›</a:t>
            </a:fld>
            <a:endParaRPr lang="en-US" sz="1400" b="0" i="0" dirty="0">
              <a:latin typeface="ITC Franklin Gothic Std MedCd"/>
              <a:cs typeface="ITC Franklin Gothic Std MedCd"/>
            </a:endParaRPr>
          </a:p>
        </p:txBody>
      </p:sp>
    </p:spTree>
    <p:extLst>
      <p:ext uri="{BB962C8B-B14F-4D97-AF65-F5344CB8AC3E}">
        <p14:creationId xmlns:p14="http://schemas.microsoft.com/office/powerpoint/2010/main" val="3832927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7" r:id="rId2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8E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-1"/>
            <a:ext cx="9144000" cy="6858000"/>
          </a:xfrm>
          <a:prstGeom prst="rect">
            <a:avLst/>
          </a:prstGeom>
          <a:solidFill>
            <a:srgbClr val="008E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58200" y="5405436"/>
            <a:ext cx="685800" cy="1452563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>
          <a:xfrm>
            <a:off x="685800" y="6172200"/>
            <a:ext cx="182880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fld id="{88C0C721-AEEC-4745-A24D-5BC52D0B46FB}" type="slidenum">
              <a:rPr lang="en-US" sz="1400" b="0" i="0" smtClean="0">
                <a:solidFill>
                  <a:srgbClr val="FFFFFF"/>
                </a:solidFill>
                <a:latin typeface="ITC Franklin Gothic Std MedCd"/>
                <a:cs typeface="ITC Franklin Gothic Std MedCd"/>
              </a:rPr>
              <a:pPr algn="l"/>
              <a:t>‹#›</a:t>
            </a:fld>
            <a:endParaRPr lang="en-US" sz="1400" b="0" i="0" dirty="0">
              <a:solidFill>
                <a:srgbClr val="FFFFFF"/>
              </a:solidFill>
              <a:latin typeface="ITC Franklin Gothic Std MedCd"/>
              <a:cs typeface="ITC Franklin Gothic Std MedCd"/>
            </a:endParaRPr>
          </a:p>
        </p:txBody>
      </p:sp>
    </p:spTree>
    <p:extLst>
      <p:ext uri="{BB962C8B-B14F-4D97-AF65-F5344CB8AC3E}">
        <p14:creationId xmlns:p14="http://schemas.microsoft.com/office/powerpoint/2010/main" val="162998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1w9aU32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3r7sAGv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1DNQhPO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dotnetfiddle.net/zce7hB" TargetMode="Externa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dotnetfiddle.net/lDW0pf" TargetMode="Externa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dotnetfiddle.net/pR0o6D" TargetMode="Externa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dotnetfiddle.net/jasDDM" TargetMode="Externa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://msdn.microsoft.com/en-us/library/b3h38hb0.aspx" TargetMode="Externa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685800"/>
            <a:ext cx="7772400" cy="276684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500"/>
              </a:lnSpc>
            </a:pPr>
            <a:r>
              <a:rPr lang="en-US" sz="8000" spc="100" dirty="0">
                <a:solidFill>
                  <a:schemeClr val="bg1"/>
                </a:solidFill>
                <a:latin typeface="ITC Franklin Gothic Std Dm Cd"/>
                <a:cs typeface="ITC Franklin Gothic Std Dm Cd"/>
              </a:rPr>
              <a:t>NET. 012</a:t>
            </a:r>
          </a:p>
          <a:p>
            <a:pPr>
              <a:lnSpc>
                <a:spcPts val="7500"/>
              </a:lnSpc>
            </a:pPr>
            <a:r>
              <a:rPr lang="en-US" sz="8000" spc="100" dirty="0">
                <a:solidFill>
                  <a:schemeClr val="bg1"/>
                </a:solidFill>
                <a:latin typeface="ITC Franklin Gothic Std Dm Cd"/>
                <a:cs typeface="ITC Franklin Gothic Std Bk Cd"/>
              </a:rPr>
              <a:t>C# Syntax</a:t>
            </a:r>
          </a:p>
          <a:p>
            <a:pPr>
              <a:lnSpc>
                <a:spcPts val="7500"/>
              </a:lnSpc>
            </a:pPr>
            <a:r>
              <a:rPr lang="en-US" sz="3600" spc="100" dirty="0">
                <a:solidFill>
                  <a:schemeClr val="bg1"/>
                </a:solidFill>
                <a:latin typeface="ITC Franklin Gothic Std Dm Cd"/>
                <a:cs typeface="ITC Franklin Gothic Std Bk Cd"/>
              </a:rPr>
              <a:t>Class 2</a:t>
            </a:r>
          </a:p>
        </p:txBody>
      </p:sp>
    </p:spTree>
    <p:extLst>
      <p:ext uri="{BB962C8B-B14F-4D97-AF65-F5344CB8AC3E}">
        <p14:creationId xmlns:p14="http://schemas.microsoft.com/office/powerpoint/2010/main" val="2853357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685800"/>
            <a:ext cx="7772400" cy="71070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5500"/>
              </a:lnSpc>
            </a:pPr>
            <a:r>
              <a:rPr lang="en-US" sz="6000" spc="100" dirty="0">
                <a:solidFill>
                  <a:schemeClr val="bg1"/>
                </a:solidFill>
                <a:latin typeface="ITC Franklin Gothic Std Dm Cd"/>
                <a:cs typeface="ITC Franklin Gothic Std Dm Cd"/>
              </a:rPr>
              <a:t>Agenda</a:t>
            </a:r>
          </a:p>
          <a:p>
            <a:endParaRPr lang="en-US" sz="2600" dirty="0">
              <a:solidFill>
                <a:schemeClr val="bg1"/>
              </a:solidFill>
              <a:latin typeface="ITC Franklin Gothic Std Bk Cd"/>
              <a:cs typeface="ITC Franklin Gothic Std Bk Cd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  <a:latin typeface="ITC Franklin Gothic Std Bk Cd"/>
                <a:cs typeface="ITC Franklin Gothic Std Bk Cd"/>
              </a:rPr>
              <a:t>Common Language Runtime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  <a:latin typeface="ITC Franklin Gothic Std Bk Cd"/>
                <a:cs typeface="ITC Franklin Gothic Std Bk Cd"/>
              </a:rPr>
              <a:t>Variables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  <a:latin typeface="ITC Franklin Gothic Std Bk Cd"/>
                <a:cs typeface="ITC Franklin Gothic Std Bk Cd"/>
              </a:rPr>
              <a:t>Initialization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  <a:latin typeface="ITC Franklin Gothic Std Bk Cd"/>
                <a:cs typeface="ITC Franklin Gothic Std Bk Cd"/>
              </a:rPr>
              <a:t>Type Inference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  <a:latin typeface="ITC Franklin Gothic Std Bk Cd"/>
                <a:cs typeface="ITC Franklin Gothic Std Bk Cd"/>
              </a:rPr>
              <a:t>Scope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  <a:latin typeface="ITC Franklin Gothic Std Bk Cd"/>
                <a:cs typeface="ITC Franklin Gothic Std Bk Cd"/>
              </a:rPr>
              <a:t>Constants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  <a:latin typeface="ITC Franklin Gothic Std Bk Cd"/>
                <a:cs typeface="ITC Franklin Gothic Std Bk Cd"/>
              </a:rPr>
              <a:t>Predefined Data Types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  <a:latin typeface="ITC Franklin Gothic Std Bk Cd"/>
                <a:cs typeface="ITC Franklin Gothic Std Bk Cd"/>
              </a:rPr>
              <a:t>Casting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  <a:latin typeface="ITC Franklin Gothic Std Bk Cd"/>
                <a:cs typeface="ITC Franklin Gothic Std Bk Cd"/>
              </a:rPr>
              <a:t>Parse and </a:t>
            </a:r>
            <a:r>
              <a:rPr lang="en-US" sz="2600" dirty="0" err="1">
                <a:solidFill>
                  <a:schemeClr val="bg1"/>
                </a:solidFill>
                <a:latin typeface="ITC Franklin Gothic Std Bk Cd"/>
                <a:cs typeface="ITC Franklin Gothic Std Bk Cd"/>
              </a:rPr>
              <a:t>TryParse</a:t>
            </a:r>
            <a:endParaRPr lang="en-US" sz="2600" dirty="0">
              <a:solidFill>
                <a:schemeClr val="bg1"/>
              </a:solidFill>
              <a:latin typeface="ITC Franklin Gothic Std Bk Cd"/>
              <a:cs typeface="ITC Franklin Gothic Std Bk Cd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 err="1">
                <a:solidFill>
                  <a:schemeClr val="bg1"/>
                </a:solidFill>
                <a:latin typeface="ITC Franklin Gothic Std Bk Cd"/>
                <a:cs typeface="ITC Franklin Gothic Std Bk Cd"/>
              </a:rPr>
              <a:t>Nullable</a:t>
            </a:r>
            <a:r>
              <a:rPr lang="en-US" sz="2600" dirty="0">
                <a:solidFill>
                  <a:schemeClr val="bg1"/>
                </a:solidFill>
                <a:latin typeface="ITC Franklin Gothic Std Bk Cd"/>
                <a:cs typeface="ITC Franklin Gothic Std Bk Cd"/>
              </a:rPr>
              <a:t> Types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600" dirty="0">
              <a:solidFill>
                <a:schemeClr val="bg1"/>
              </a:solidFill>
              <a:latin typeface="ITC Franklin Gothic Std Bk Cd"/>
              <a:cs typeface="ITC Franklin Gothic Std Bk Cd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600" dirty="0">
              <a:solidFill>
                <a:schemeClr val="bg1"/>
              </a:solidFill>
              <a:latin typeface="ITC Franklin Gothic Std Bk Cd"/>
              <a:cs typeface="ITC Franklin Gothic Std Bk Cd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600" dirty="0">
              <a:solidFill>
                <a:schemeClr val="bg1"/>
              </a:solidFill>
              <a:latin typeface="ITC Franklin Gothic Std Bk Cd"/>
              <a:cs typeface="ITC Franklin Gothic Std Bk Cd"/>
            </a:endParaRPr>
          </a:p>
          <a:p>
            <a:endParaRPr lang="en-US" sz="2600" dirty="0">
              <a:solidFill>
                <a:schemeClr val="bg1"/>
              </a:solidFill>
              <a:latin typeface="ITC Franklin Gothic Std Bk Cd"/>
              <a:cs typeface="ITC Franklin Gothic Std Bk Cd"/>
            </a:endParaRPr>
          </a:p>
          <a:p>
            <a:endParaRPr lang="en-US" sz="2600" dirty="0">
              <a:solidFill>
                <a:schemeClr val="bg1"/>
              </a:solidFill>
              <a:latin typeface="ITC Franklin Gothic Std Bk Cd"/>
              <a:cs typeface="ITC Franklin Gothic Std Bk Cd"/>
            </a:endParaRPr>
          </a:p>
        </p:txBody>
      </p:sp>
    </p:spTree>
    <p:extLst>
      <p:ext uri="{BB962C8B-B14F-4D97-AF65-F5344CB8AC3E}">
        <p14:creationId xmlns:p14="http://schemas.microsoft.com/office/powerpoint/2010/main" val="2081111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Common Language Runtime (CLR)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 </a:t>
            </a:r>
            <a:r>
              <a:rPr lang="en-CA" dirty="0">
                <a:hlinkClick r:id="rId3"/>
              </a:rPr>
              <a:t>CLR</a:t>
            </a:r>
            <a:r>
              <a:rPr lang="en-CA" dirty="0"/>
              <a:t> manages your application</a:t>
            </a:r>
          </a:p>
          <a:p>
            <a:pPr lvl="1"/>
            <a:r>
              <a:rPr lang="en-CA" dirty="0"/>
              <a:t>Memory management</a:t>
            </a:r>
          </a:p>
          <a:p>
            <a:pPr lvl="1"/>
            <a:r>
              <a:rPr lang="en-CA" dirty="0"/>
              <a:t>Operating system and hardware independence</a:t>
            </a:r>
          </a:p>
          <a:p>
            <a:pPr lvl="1"/>
            <a:r>
              <a:rPr lang="en-CA" dirty="0"/>
              <a:t>Language independence</a:t>
            </a:r>
          </a:p>
          <a:p>
            <a:r>
              <a:rPr lang="en-CA" dirty="0"/>
              <a:t>Code that you develop with a language compiler that targets the runtime is called ‘</a:t>
            </a:r>
            <a:r>
              <a:rPr lang="en-CA" u="sng" dirty="0"/>
              <a:t>managed code</a:t>
            </a:r>
            <a:r>
              <a:rPr lang="en-CA" dirty="0"/>
              <a:t>’</a:t>
            </a:r>
          </a:p>
        </p:txBody>
      </p:sp>
    </p:spTree>
    <p:extLst>
      <p:ext uri="{BB962C8B-B14F-4D97-AF65-F5344CB8AC3E}">
        <p14:creationId xmlns:p14="http://schemas.microsoft.com/office/powerpoint/2010/main" val="2314341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Class Library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 library of functions to build applications</a:t>
            </a:r>
          </a:p>
          <a:p>
            <a:r>
              <a:rPr lang="en-CA" dirty="0"/>
              <a:t>The </a:t>
            </a:r>
            <a:r>
              <a:rPr lang="en-CA" dirty="0">
                <a:hlinkClick r:id="rId3"/>
              </a:rPr>
              <a:t>CL</a:t>
            </a:r>
            <a:r>
              <a:rPr lang="en-CA" dirty="0"/>
              <a:t> is a library of</a:t>
            </a:r>
          </a:p>
          <a:p>
            <a:pPr lvl="1"/>
            <a:r>
              <a:rPr lang="en-CA" dirty="0"/>
              <a:t>Classes</a:t>
            </a:r>
          </a:p>
          <a:p>
            <a:pPr lvl="1"/>
            <a:r>
              <a:rPr lang="en-CA" dirty="0"/>
              <a:t>Interfaces</a:t>
            </a:r>
          </a:p>
          <a:p>
            <a:pPr lvl="1"/>
            <a:r>
              <a:rPr lang="en-CA" dirty="0"/>
              <a:t>Value and Reference types</a:t>
            </a:r>
          </a:p>
          <a:p>
            <a:r>
              <a:rPr lang="en-CA" dirty="0"/>
              <a:t>It is the foundation on which .NET applications, components, and controls are built.</a:t>
            </a:r>
          </a:p>
        </p:txBody>
      </p:sp>
    </p:spTree>
    <p:extLst>
      <p:ext uri="{BB962C8B-B14F-4D97-AF65-F5344CB8AC3E}">
        <p14:creationId xmlns:p14="http://schemas.microsoft.com/office/powerpoint/2010/main" val="2539660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>
                <a:hlinkClick r:id="rId3"/>
              </a:rPr>
              <a:t>C#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One of the (several) languages of .NET</a:t>
            </a:r>
          </a:p>
          <a:p>
            <a:pPr lvl="1"/>
            <a:r>
              <a:rPr lang="en-CA" dirty="0"/>
              <a:t>Allows you to create</a:t>
            </a:r>
          </a:p>
          <a:p>
            <a:pPr lvl="2"/>
            <a:r>
              <a:rPr lang="en-CA" dirty="0"/>
              <a:t>Applications</a:t>
            </a:r>
          </a:p>
          <a:p>
            <a:pPr lvl="2"/>
            <a:r>
              <a:rPr lang="en-CA" dirty="0"/>
              <a:t>Services</a:t>
            </a:r>
          </a:p>
          <a:p>
            <a:pPr lvl="2"/>
            <a:r>
              <a:rPr lang="en-CA" dirty="0"/>
              <a:t>Reusable libraries</a:t>
            </a:r>
          </a:p>
          <a:p>
            <a:pPr lvl="1"/>
            <a:r>
              <a:rPr lang="en-CA" dirty="0"/>
              <a:t>Syntax is similar to </a:t>
            </a:r>
            <a:r>
              <a:rPr lang="en-CA" sz="1800" u="sng" dirty="0"/>
              <a:t>(but better than </a:t>
            </a:r>
            <a:r>
              <a:rPr lang="en-CA" sz="1800" u="sng" dirty="0">
                <a:sym typeface="Wingdings" panose="05000000000000000000" pitchFamily="2" charset="2"/>
              </a:rPr>
              <a:t> </a:t>
            </a:r>
            <a:r>
              <a:rPr lang="en-CA" sz="1800" u="sng" dirty="0"/>
              <a:t>)</a:t>
            </a:r>
            <a:r>
              <a:rPr lang="en-CA" dirty="0"/>
              <a:t> Java, C++, JavaScript</a:t>
            </a:r>
          </a:p>
          <a:p>
            <a:pPr lvl="2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12845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Putting it all together</a:t>
            </a:r>
          </a:p>
        </p:txBody>
      </p:sp>
      <p:pic>
        <p:nvPicPr>
          <p:cNvPr id="5" name="Picture 2" descr="From C# source code to machine execution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6551" y="1174263"/>
            <a:ext cx="5450937" cy="4880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3824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Calibri"/>
              </a:rPr>
              <a:t>You declare variables in C# using the following syntax:</a:t>
            </a:r>
          </a:p>
          <a:p>
            <a:pPr lvl="1"/>
            <a:r>
              <a:rPr lang="en-US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datatype identifier;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alibri"/>
              </a:rPr>
              <a:t>E.g. </a:t>
            </a:r>
            <a:r>
              <a:rPr lang="en-US" dirty="0" err="1">
                <a:solidFill>
                  <a:srgbClr val="000000"/>
                </a:solidFill>
                <a:latin typeface="Calibri"/>
              </a:rPr>
              <a:t>int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</a:rPr>
              <a:t>i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;</a:t>
            </a:r>
          </a:p>
          <a:p>
            <a:pPr lvl="2"/>
            <a:r>
              <a:rPr lang="en-CA" dirty="0">
                <a:solidFill>
                  <a:srgbClr val="000000"/>
                </a:solidFill>
              </a:rPr>
              <a:t>This statement declares an int (type) named </a:t>
            </a:r>
            <a:r>
              <a:rPr lang="en-CA" dirty="0" err="1">
                <a:solidFill>
                  <a:srgbClr val="000000"/>
                </a:solidFill>
              </a:rPr>
              <a:t>i</a:t>
            </a:r>
            <a:r>
              <a:rPr lang="en-CA" dirty="0">
                <a:solidFill>
                  <a:srgbClr val="000000"/>
                </a:solidFill>
              </a:rPr>
              <a:t> (identifier)</a:t>
            </a:r>
          </a:p>
          <a:p>
            <a:r>
              <a:rPr lang="en-CA" dirty="0">
                <a:solidFill>
                  <a:srgbClr val="000000"/>
                </a:solidFill>
              </a:rPr>
              <a:t>The compiler won’t actually let you use a variable in an expression until you have initialized it with a value.</a:t>
            </a:r>
            <a:endParaRPr lang="en-US" dirty="0">
              <a:solidFill>
                <a:srgbClr val="000000"/>
              </a:solidFill>
              <a:latin typeface="Calibri"/>
            </a:endParaRPr>
          </a:p>
          <a:p>
            <a:pPr lvl="1"/>
            <a:endParaRPr lang="en-US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1920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Initialization of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2800" dirty="0"/>
              <a:t>The C# compiler requires that any variable be initialized with some starting value before you refer to that variable in an operation.</a:t>
            </a:r>
          </a:p>
          <a:p>
            <a:r>
              <a:rPr lang="en-CA" sz="2800" dirty="0"/>
              <a:t>Two methods for ensuring that variables are initialized before use:</a:t>
            </a:r>
          </a:p>
          <a:p>
            <a:pPr lvl="1"/>
            <a:r>
              <a:rPr lang="en-CA" sz="2400" dirty="0"/>
              <a:t>Variables that are fields in a class or </a:t>
            </a:r>
            <a:r>
              <a:rPr lang="en-CA" sz="2400" dirty="0" err="1"/>
              <a:t>struct</a:t>
            </a:r>
            <a:r>
              <a:rPr lang="en-CA" sz="2400" dirty="0"/>
              <a:t> are by default zeroed out when they are created</a:t>
            </a:r>
          </a:p>
          <a:p>
            <a:pPr lvl="1"/>
            <a:r>
              <a:rPr lang="en-CA" sz="2400" dirty="0"/>
              <a:t>Variables that are local to a method must be explicitly initialized in your code prior to any statements in which their values are used.</a:t>
            </a:r>
          </a:p>
        </p:txBody>
      </p:sp>
    </p:spTree>
    <p:extLst>
      <p:ext uri="{BB962C8B-B14F-4D97-AF65-F5344CB8AC3E}">
        <p14:creationId xmlns:p14="http://schemas.microsoft.com/office/powerpoint/2010/main" val="2420355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Type 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Type inference makes use of the </a:t>
            </a:r>
            <a:r>
              <a:rPr lang="en-CA" u="sng" dirty="0" err="1"/>
              <a:t>var</a:t>
            </a:r>
            <a:r>
              <a:rPr lang="en-CA" dirty="0"/>
              <a:t> keyword.</a:t>
            </a:r>
          </a:p>
          <a:p>
            <a:r>
              <a:rPr lang="en-CA" dirty="0"/>
              <a:t>The compiler can infer what the type of the variable is by what the variable is initialized to.</a:t>
            </a:r>
          </a:p>
          <a:p>
            <a:r>
              <a:rPr lang="en-CA" sz="2800" dirty="0"/>
              <a:t>int </a:t>
            </a:r>
            <a:r>
              <a:rPr lang="en-CA" sz="2800" dirty="0" err="1"/>
              <a:t>somevar</a:t>
            </a:r>
            <a:r>
              <a:rPr lang="en-CA" sz="2800" dirty="0"/>
              <a:t> = 0; becomes </a:t>
            </a:r>
            <a:r>
              <a:rPr lang="en-CA" sz="2800" dirty="0" err="1"/>
              <a:t>var</a:t>
            </a:r>
            <a:r>
              <a:rPr lang="en-CA" sz="2800" dirty="0"/>
              <a:t> </a:t>
            </a:r>
            <a:r>
              <a:rPr lang="en-CA" sz="2800" dirty="0" err="1"/>
              <a:t>somevar</a:t>
            </a:r>
            <a:r>
              <a:rPr lang="en-CA" sz="2800" dirty="0"/>
              <a:t> = 0;</a:t>
            </a:r>
          </a:p>
          <a:p>
            <a:pPr lvl="1"/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95634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Variable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2800" dirty="0"/>
              <a:t>The </a:t>
            </a:r>
            <a:r>
              <a:rPr lang="en-CA" sz="2800" u="sng" dirty="0"/>
              <a:t>scope</a:t>
            </a:r>
            <a:r>
              <a:rPr lang="en-CA" sz="2800" dirty="0"/>
              <a:t> of a variable is the </a:t>
            </a:r>
            <a:r>
              <a:rPr lang="en-CA" sz="2800" u="sng" dirty="0"/>
              <a:t>region of code from which the variable can be accessed</a:t>
            </a:r>
            <a:r>
              <a:rPr lang="en-CA" sz="2800" dirty="0"/>
              <a:t>.</a:t>
            </a:r>
          </a:p>
          <a:p>
            <a:r>
              <a:rPr lang="en-CA" sz="2800" dirty="0"/>
              <a:t>In general, the scope is determined by the following rules:</a:t>
            </a:r>
          </a:p>
          <a:p>
            <a:pPr lvl="1"/>
            <a:r>
              <a:rPr lang="en-CA" sz="2400" dirty="0"/>
              <a:t>A field of a class is in scope for as long as its containing class is in scope.</a:t>
            </a:r>
          </a:p>
          <a:p>
            <a:pPr lvl="1"/>
            <a:r>
              <a:rPr lang="en-CA" sz="2400" dirty="0"/>
              <a:t>A local variable is in scope until a closing brace indicates the end of the block statement.</a:t>
            </a:r>
          </a:p>
          <a:p>
            <a:pPr lvl="1"/>
            <a:r>
              <a:rPr lang="en-CA" sz="2400" dirty="0"/>
              <a:t>A local variable that is declared in a for, while, or similar statement is in scope in the body of that loop.</a:t>
            </a:r>
          </a:p>
        </p:txBody>
      </p:sp>
    </p:spTree>
    <p:extLst>
      <p:ext uri="{BB962C8B-B14F-4D97-AF65-F5344CB8AC3E}">
        <p14:creationId xmlns:p14="http://schemas.microsoft.com/office/powerpoint/2010/main" val="1297737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Scope Clashes for Local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It’s common in a large program to use the same variable name for different variables in different parts of the program.</a:t>
            </a:r>
          </a:p>
          <a:p>
            <a:r>
              <a:rPr lang="en-CA" dirty="0"/>
              <a:t>Variables with the same name can’t be declared twice in the same scope. </a:t>
            </a:r>
          </a:p>
          <a:p>
            <a:r>
              <a:rPr lang="en-CA" dirty="0">
                <a:hlinkClick r:id="rId2"/>
              </a:rPr>
              <a:t>https://dotnetfiddle.net/zce7hB</a:t>
            </a: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082134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Constants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2800" dirty="0"/>
              <a:t>A constant is a variable whose value cannot be changed </a:t>
            </a:r>
            <a:r>
              <a:rPr lang="en-CA" sz="2800"/>
              <a:t>throughout its </a:t>
            </a:r>
            <a:r>
              <a:rPr lang="en-CA" sz="2800" dirty="0"/>
              <a:t>lifetime.</a:t>
            </a:r>
          </a:p>
          <a:p>
            <a:r>
              <a:rPr lang="en-CA" sz="2800" dirty="0"/>
              <a:t>e.g.:</a:t>
            </a:r>
          </a:p>
          <a:p>
            <a:pPr lvl="1"/>
            <a:r>
              <a:rPr lang="en-CA" sz="2400" dirty="0" err="1"/>
              <a:t>const</a:t>
            </a:r>
            <a:r>
              <a:rPr lang="en-CA" sz="2400" dirty="0"/>
              <a:t> int a = 100;</a:t>
            </a:r>
          </a:p>
          <a:p>
            <a:r>
              <a:rPr lang="en-CA" sz="2800" dirty="0"/>
              <a:t>They must be initialized when they are declared.</a:t>
            </a:r>
          </a:p>
          <a:p>
            <a:r>
              <a:rPr lang="en-CA" sz="2800" dirty="0"/>
              <a:t>The value of a constant must be computable at compile time.</a:t>
            </a:r>
          </a:p>
          <a:p>
            <a:r>
              <a:rPr lang="en-CA" sz="2800" dirty="0"/>
              <a:t>Constants are always implicitly static.</a:t>
            </a:r>
          </a:p>
        </p:txBody>
      </p:sp>
    </p:spTree>
    <p:extLst>
      <p:ext uri="{BB962C8B-B14F-4D97-AF65-F5344CB8AC3E}">
        <p14:creationId xmlns:p14="http://schemas.microsoft.com/office/powerpoint/2010/main" val="19808632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Predefined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C# distinguishes between two categories of data type:</a:t>
            </a:r>
          </a:p>
          <a:p>
            <a:pPr lvl="1"/>
            <a:r>
              <a:rPr lang="en-CA" dirty="0"/>
              <a:t>Value types</a:t>
            </a:r>
          </a:p>
          <a:p>
            <a:pPr lvl="1"/>
            <a:r>
              <a:rPr lang="en-CA" dirty="0"/>
              <a:t>Reference types</a:t>
            </a:r>
          </a:p>
          <a:p>
            <a:r>
              <a:rPr lang="en-CA" dirty="0"/>
              <a:t>The difference is that a value type stores its value directly, whereas a reference type stores a reference to the value.</a:t>
            </a:r>
          </a:p>
        </p:txBody>
      </p:sp>
    </p:spTree>
    <p:extLst>
      <p:ext uri="{BB962C8B-B14F-4D97-AF65-F5344CB8AC3E}">
        <p14:creationId xmlns:p14="http://schemas.microsoft.com/office/powerpoint/2010/main" val="11478991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Value and Reference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2800" dirty="0"/>
              <a:t>These types are stored in different places in memory: </a:t>
            </a:r>
          </a:p>
          <a:p>
            <a:pPr lvl="1"/>
            <a:r>
              <a:rPr lang="en-CA" sz="2400" dirty="0"/>
              <a:t>Value types are stored in an area known as the stack</a:t>
            </a:r>
          </a:p>
          <a:p>
            <a:pPr lvl="1"/>
            <a:r>
              <a:rPr lang="en-CA" sz="2400" dirty="0"/>
              <a:t>Reference types are stored in an area known as the managed heap.</a:t>
            </a:r>
          </a:p>
          <a:p>
            <a:r>
              <a:rPr lang="en-CA" sz="2800" dirty="0"/>
              <a:t>Reference types are (usually) initialized with the ‘new’ keyword</a:t>
            </a:r>
          </a:p>
          <a:p>
            <a:r>
              <a:rPr lang="en-CA" sz="2800" dirty="0">
                <a:hlinkClick r:id="rId2"/>
              </a:rPr>
              <a:t>https://dotnetfiddle.net/lDW0pf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1522974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Predefined Value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2400" dirty="0"/>
              <a:t>Integer Types (whole number)</a:t>
            </a:r>
          </a:p>
          <a:p>
            <a:pPr lvl="1"/>
            <a:r>
              <a:rPr lang="en-CA" sz="2000" dirty="0" err="1"/>
              <a:t>sbyte</a:t>
            </a:r>
            <a:r>
              <a:rPr lang="en-CA" sz="2000" dirty="0"/>
              <a:t>, short, int, long …</a:t>
            </a:r>
          </a:p>
          <a:p>
            <a:r>
              <a:rPr lang="en-CA" sz="2400" dirty="0"/>
              <a:t>Floating-Point Types (smaller floating-point values)</a:t>
            </a:r>
          </a:p>
          <a:p>
            <a:pPr lvl="1"/>
            <a:r>
              <a:rPr lang="en-CA" sz="2000" dirty="0"/>
              <a:t>float, double</a:t>
            </a:r>
          </a:p>
          <a:p>
            <a:r>
              <a:rPr lang="en-CA" sz="2400" dirty="0"/>
              <a:t>Decimal Type (higher-precision floating-point values)</a:t>
            </a:r>
          </a:p>
          <a:p>
            <a:pPr lvl="1"/>
            <a:r>
              <a:rPr lang="en-CA" sz="2000" dirty="0"/>
              <a:t>decimal</a:t>
            </a:r>
          </a:p>
          <a:p>
            <a:r>
              <a:rPr lang="en-CA" sz="2400" dirty="0"/>
              <a:t>Boolean Type (true / false)</a:t>
            </a:r>
          </a:p>
          <a:p>
            <a:pPr lvl="1"/>
            <a:r>
              <a:rPr lang="en-CA" sz="2000" dirty="0" err="1"/>
              <a:t>bool</a:t>
            </a:r>
            <a:endParaRPr lang="en-CA" sz="2000" dirty="0"/>
          </a:p>
          <a:p>
            <a:r>
              <a:rPr lang="en-CA" sz="2400" dirty="0"/>
              <a:t>Character Type (single alphanumeric)</a:t>
            </a:r>
          </a:p>
          <a:p>
            <a:pPr lvl="1"/>
            <a:r>
              <a:rPr lang="en-CA" sz="2000" dirty="0"/>
              <a:t>char</a:t>
            </a:r>
            <a:endParaRPr lang="en-CA" sz="1800" dirty="0"/>
          </a:p>
        </p:txBody>
      </p:sp>
    </p:spTree>
    <p:extLst>
      <p:ext uri="{BB962C8B-B14F-4D97-AF65-F5344CB8AC3E}">
        <p14:creationId xmlns:p14="http://schemas.microsoft.com/office/powerpoint/2010/main" val="3944424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Predefined Reference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Object </a:t>
            </a:r>
          </a:p>
          <a:p>
            <a:pPr lvl="1"/>
            <a:r>
              <a:rPr lang="en-CA" dirty="0"/>
              <a:t>object - The root type. All other types (including value types) are derived from object.</a:t>
            </a:r>
          </a:p>
          <a:p>
            <a:r>
              <a:rPr lang="en-CA" dirty="0"/>
              <a:t>String</a:t>
            </a:r>
          </a:p>
          <a:p>
            <a:pPr lvl="1"/>
            <a:r>
              <a:rPr lang="en-CA" dirty="0"/>
              <a:t>string - Unicode character string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077882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9796" y="1807734"/>
            <a:ext cx="7886700" cy="4351338"/>
          </a:xfrm>
        </p:spPr>
        <p:txBody>
          <a:bodyPr/>
          <a:lstStyle/>
          <a:p>
            <a:r>
              <a:rPr lang="en-CA" sz="2800" dirty="0"/>
              <a:t>The process of converting </a:t>
            </a:r>
            <a:r>
              <a:rPr lang="en-CA" sz="2800" u="sng" dirty="0"/>
              <a:t>compatible types</a:t>
            </a:r>
            <a:endParaRPr lang="en-CA" sz="2800" dirty="0"/>
          </a:p>
          <a:p>
            <a:r>
              <a:rPr lang="en-CA" sz="2800" dirty="0"/>
              <a:t>Types of casts:</a:t>
            </a:r>
          </a:p>
          <a:p>
            <a:pPr lvl="1"/>
            <a:r>
              <a:rPr lang="en-CA" sz="2400" dirty="0"/>
              <a:t>Implicit conversions</a:t>
            </a:r>
          </a:p>
          <a:p>
            <a:pPr lvl="2"/>
            <a:r>
              <a:rPr lang="en-CA" sz="2000" dirty="0"/>
              <a:t>No special syntax is required because the conversion is type safe and no data will be lost. (smaller to larger)</a:t>
            </a:r>
          </a:p>
          <a:p>
            <a:pPr lvl="1"/>
            <a:r>
              <a:rPr lang="en-CA" sz="2400" dirty="0"/>
              <a:t>Explicit conversions</a:t>
            </a:r>
          </a:p>
          <a:p>
            <a:pPr lvl="2"/>
            <a:r>
              <a:rPr lang="en-CA" sz="2000" dirty="0"/>
              <a:t>Explicit conversions require a cast operator. Casting is required when information might be lost in the conversion, or when the conversion might not succeed for other reasons.</a:t>
            </a:r>
          </a:p>
          <a:p>
            <a:r>
              <a:rPr lang="en-CA" dirty="0">
                <a:hlinkClick r:id="rId2"/>
              </a:rPr>
              <a:t>https://dotnetfiddle.net/pR0o6D</a:t>
            </a:r>
            <a:endParaRPr lang="en-CA" dirty="0"/>
          </a:p>
          <a:p>
            <a:endParaRPr lang="en-CA" dirty="0"/>
          </a:p>
          <a:p>
            <a:pPr marL="457200" lvl="1" indent="0">
              <a:buNone/>
            </a:pP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10088850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Parse and </a:t>
            </a:r>
            <a:r>
              <a:rPr lang="en-CA" dirty="0" err="1"/>
              <a:t>TryParse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 process of converting between different types.</a:t>
            </a:r>
          </a:p>
          <a:p>
            <a:r>
              <a:rPr lang="en-CA" dirty="0"/>
              <a:t>Parsing is interpreting a value from a form with no intrinsic relationship </a:t>
            </a:r>
          </a:p>
          <a:p>
            <a:r>
              <a:rPr lang="en-CA" dirty="0"/>
              <a:t>There is no *direct* relationship between a string and an int, but we can parse a string into an int.</a:t>
            </a:r>
          </a:p>
          <a:p>
            <a:r>
              <a:rPr lang="en-CA">
                <a:hlinkClick r:id="rId2"/>
              </a:rPr>
              <a:t>https://dotnetfiddle.net/jasDDM</a:t>
            </a:r>
            <a:endParaRPr lang="en-CA" dirty="0"/>
          </a:p>
          <a:p>
            <a:pPr lvl="2"/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677835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Nullable</a:t>
            </a:r>
            <a:r>
              <a:rPr lang="en-CA" dirty="0"/>
              <a:t>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 </a:t>
            </a:r>
            <a:r>
              <a:rPr lang="en-CA" dirty="0" err="1"/>
              <a:t>nullable</a:t>
            </a:r>
            <a:r>
              <a:rPr lang="en-CA" dirty="0"/>
              <a:t> type can represent the correct range of values for its underlying value type, plus an additional null value.</a:t>
            </a:r>
          </a:p>
          <a:p>
            <a:r>
              <a:rPr lang="en-CA" dirty="0" err="1"/>
              <a:t>Nullable</a:t>
            </a:r>
            <a:r>
              <a:rPr lang="en-CA" dirty="0"/>
              <a:t> types are instances of the </a:t>
            </a:r>
            <a:r>
              <a:rPr lang="en-CA" dirty="0" err="1">
                <a:hlinkClick r:id="rId2"/>
              </a:rPr>
              <a:t>System.Nullable</a:t>
            </a:r>
            <a:r>
              <a:rPr lang="en-CA" dirty="0">
                <a:hlinkClick r:id="rId2"/>
              </a:rPr>
              <a:t>&lt;T&gt;</a:t>
            </a:r>
            <a:r>
              <a:rPr lang="en-CA" dirty="0"/>
              <a:t> </a:t>
            </a:r>
            <a:r>
              <a:rPr lang="en-CA" dirty="0" err="1"/>
              <a:t>struct</a:t>
            </a:r>
            <a:r>
              <a:rPr lang="en-CA" dirty="0"/>
              <a:t>.</a:t>
            </a:r>
          </a:p>
          <a:p>
            <a:r>
              <a:rPr lang="en-CA" dirty="0"/>
              <a:t>The syntax </a:t>
            </a:r>
            <a:r>
              <a:rPr lang="en-CA" b="1" dirty="0"/>
              <a:t>T?</a:t>
            </a:r>
            <a:r>
              <a:rPr lang="en-CA" dirty="0"/>
              <a:t> is shorthand for </a:t>
            </a:r>
            <a:r>
              <a:rPr lang="en-CA" dirty="0" err="1">
                <a:hlinkClick r:id="rId2"/>
              </a:rPr>
              <a:t>Nullable</a:t>
            </a:r>
            <a:r>
              <a:rPr lang="en-CA" dirty="0">
                <a:hlinkClick r:id="rId2"/>
              </a:rPr>
              <a:t>&lt;T&gt;</a:t>
            </a:r>
            <a:r>
              <a:rPr lang="en-CA" dirty="0"/>
              <a:t>, where </a:t>
            </a:r>
            <a:r>
              <a:rPr lang="en-CA" b="1" dirty="0"/>
              <a:t>T</a:t>
            </a:r>
            <a:r>
              <a:rPr lang="en-CA" dirty="0"/>
              <a:t> is a value type. The two forms are interchangeable.</a:t>
            </a:r>
          </a:p>
        </p:txBody>
      </p:sp>
    </p:spTree>
    <p:extLst>
      <p:ext uri="{BB962C8B-B14F-4D97-AF65-F5344CB8AC3E}">
        <p14:creationId xmlns:p14="http://schemas.microsoft.com/office/powerpoint/2010/main" val="42543188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685800"/>
            <a:ext cx="7772400" cy="7416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5500"/>
              </a:lnSpc>
            </a:pPr>
            <a:r>
              <a:rPr lang="en-US" sz="6000" spc="100" dirty="0">
                <a:solidFill>
                  <a:schemeClr val="bg1"/>
                </a:solidFill>
                <a:latin typeface="ITC Franklin Gothic Std Dm Cd"/>
                <a:cs typeface="ITC Franklin Gothic Std Dm Cd"/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175705073"/>
      </p:ext>
    </p:extLst>
  </p:cSld>
  <p:clrMapOvr>
    <a:masterClrMapping/>
  </p:clrMapOvr>
</p:sld>
</file>

<file path=ppt/theme/theme1.xml><?xml version="1.0" encoding="utf-8"?>
<a:theme xmlns:a="http://schemas.openxmlformats.org/drawingml/2006/main" name="Humber Title Slide">
  <a:themeElements>
    <a:clrScheme name="Humber">
      <a:dk1>
        <a:srgbClr val="141313"/>
      </a:dk1>
      <a:lt1>
        <a:srgbClr val="FFFFFE"/>
      </a:lt1>
      <a:dk2>
        <a:srgbClr val="141313"/>
      </a:dk2>
      <a:lt2>
        <a:srgbClr val="EFEEED"/>
      </a:lt2>
      <a:accent1>
        <a:srgbClr val="008EC8"/>
      </a:accent1>
      <a:accent2>
        <a:srgbClr val="AFC828"/>
      </a:accent2>
      <a:accent3>
        <a:srgbClr val="D53958"/>
      </a:accent3>
      <a:accent4>
        <a:srgbClr val="FFE319"/>
      </a:accent4>
      <a:accent5>
        <a:srgbClr val="3C1C66"/>
      </a:accent5>
      <a:accent6>
        <a:srgbClr val="008C99"/>
      </a:accent6>
      <a:hlink>
        <a:srgbClr val="0000FF"/>
      </a:hlink>
      <a:folHlink>
        <a:srgbClr val="EFEEE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Humber Content Slid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Humber Section Start Slid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371C8B94430640A2F350B6533A274C" ma:contentTypeVersion="1" ma:contentTypeDescription="Create a new document." ma:contentTypeScope="" ma:versionID="5d43878db8b0c71b6e7401f8c5a7f179">
  <xsd:schema xmlns:xsd="http://www.w3.org/2001/XMLSchema" xmlns:xs="http://www.w3.org/2001/XMLSchema" xmlns:p="http://schemas.microsoft.com/office/2006/metadata/properties" xmlns:ns3="0c056a99-50b4-4809-aade-01fba2756a6f" targetNamespace="http://schemas.microsoft.com/office/2006/metadata/properties" ma:root="true" ma:fieldsID="2e2fcfc1b79692e7cbcf306c1c2defed" ns3:_="">
    <xsd:import namespace="0c056a99-50b4-4809-aade-01fba2756a6f"/>
    <xsd:element name="properties">
      <xsd:complexType>
        <xsd:sequence>
          <xsd:element name="documentManagement">
            <xsd:complexType>
              <xsd:all>
                <xsd:element ref="ns3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056a99-50b4-4809-aade-01fba2756a6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4AAD99A-6ABE-4F1C-AC22-C5F81303ECC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4EF33B7-E8EB-4E3B-BA1C-BF808B8EB6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056a99-50b4-4809-aade-01fba2756a6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B80490D-3AF5-4B12-9687-2DC26D0BB19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3031</TotalTime>
  <Words>902</Words>
  <PresentationFormat>On-screen Show (4:3)</PresentationFormat>
  <Paragraphs>128</Paragraphs>
  <Slides>20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ITC Franklin Gothic Std Bk Cd</vt:lpstr>
      <vt:lpstr>ITC Franklin Gothic Std Dm Cd</vt:lpstr>
      <vt:lpstr>ITC Franklin Gothic Std MedCd</vt:lpstr>
      <vt:lpstr>Humber Title Slide</vt:lpstr>
      <vt:lpstr>Humber Content Slide</vt:lpstr>
      <vt:lpstr>Humber Section Start Slide</vt:lpstr>
      <vt:lpstr>PowerPoint Presentation</vt:lpstr>
      <vt:lpstr>PowerPoint Presentation</vt:lpstr>
      <vt:lpstr>Common Language Runtime (CLR)</vt:lpstr>
      <vt:lpstr>Class Library</vt:lpstr>
      <vt:lpstr>C#</vt:lpstr>
      <vt:lpstr>Putting it all together</vt:lpstr>
      <vt:lpstr>Variables</vt:lpstr>
      <vt:lpstr>Initialization of Variables</vt:lpstr>
      <vt:lpstr>Type Inference</vt:lpstr>
      <vt:lpstr>Variable Scope</vt:lpstr>
      <vt:lpstr>Scope Clashes for Local Variables</vt:lpstr>
      <vt:lpstr>Constants</vt:lpstr>
      <vt:lpstr>Predefined Data Types</vt:lpstr>
      <vt:lpstr>Value and Reference Types</vt:lpstr>
      <vt:lpstr>Predefined Value Types</vt:lpstr>
      <vt:lpstr>Predefined Reference Types</vt:lpstr>
      <vt:lpstr>Casting</vt:lpstr>
      <vt:lpstr>Parse and TryParse</vt:lpstr>
      <vt:lpstr>Nullable Types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2013-11-05T15:35:21Z</dcterms:created>
  <dcterms:modified xsi:type="dcterms:W3CDTF">2023-09-14T21:01:13Z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0x010100FA371C8B94430640A2F350B6533A274C</vt:lpwstr>
  </property>
</Properties>
</file>